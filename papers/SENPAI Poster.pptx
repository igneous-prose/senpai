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Lst>
  <p:sldSz cy="32760000" cx="21960000"/>
  <p:notesSz cx="6858000" cy="9144000"/>
  <p:embeddedFontLst>
    <p:embeddedFont>
      <p:font typeface="Space Grotesk"/>
      <p:regular r:id="rId8"/>
      <p:bold r:id="rId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18">
          <p15:clr>
            <a:srgbClr val="747775"/>
          </p15:clr>
        </p15:guide>
        <p15:guide id="2" pos="6917">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6F539FA-0647-4933-BFF1-DBF03611224F}">
  <a:tblStyle styleId="{26F539FA-0647-4933-BFF1-DBF03611224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18" orient="horz"/>
        <p:guide pos="6917"/>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font" Target="fonts/SpaceGrotesk-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SpaceGrotesk-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80043" y="685800"/>
            <a:ext cx="2298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280043" y="685800"/>
            <a:ext cx="2298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748591" y="4742350"/>
            <a:ext cx="20463000" cy="13073400"/>
          </a:xfrm>
          <a:prstGeom prst="rect">
            <a:avLst/>
          </a:prstGeom>
        </p:spPr>
        <p:txBody>
          <a:bodyPr anchorCtr="0" anchor="b" bIns="340475" lIns="340475" spcFirstLastPara="1" rIns="340475" wrap="square" tIns="340475">
            <a:normAutofit/>
          </a:bodyPr>
          <a:lstStyle>
            <a:lvl1pPr lvl="0" algn="ctr">
              <a:spcBef>
                <a:spcPts val="0"/>
              </a:spcBef>
              <a:spcAft>
                <a:spcPts val="0"/>
              </a:spcAft>
              <a:buSzPts val="19365"/>
              <a:buNone/>
              <a:defRPr sz="19365"/>
            </a:lvl1pPr>
            <a:lvl2pPr lvl="1" algn="ctr">
              <a:spcBef>
                <a:spcPts val="0"/>
              </a:spcBef>
              <a:spcAft>
                <a:spcPts val="0"/>
              </a:spcAft>
              <a:buSzPts val="19365"/>
              <a:buNone/>
              <a:defRPr sz="19365"/>
            </a:lvl2pPr>
            <a:lvl3pPr lvl="2" algn="ctr">
              <a:spcBef>
                <a:spcPts val="0"/>
              </a:spcBef>
              <a:spcAft>
                <a:spcPts val="0"/>
              </a:spcAft>
              <a:buSzPts val="19365"/>
              <a:buNone/>
              <a:defRPr sz="19365"/>
            </a:lvl3pPr>
            <a:lvl4pPr lvl="3" algn="ctr">
              <a:spcBef>
                <a:spcPts val="0"/>
              </a:spcBef>
              <a:spcAft>
                <a:spcPts val="0"/>
              </a:spcAft>
              <a:buSzPts val="19365"/>
              <a:buNone/>
              <a:defRPr sz="19365"/>
            </a:lvl4pPr>
            <a:lvl5pPr lvl="4" algn="ctr">
              <a:spcBef>
                <a:spcPts val="0"/>
              </a:spcBef>
              <a:spcAft>
                <a:spcPts val="0"/>
              </a:spcAft>
              <a:buSzPts val="19365"/>
              <a:buNone/>
              <a:defRPr sz="19365"/>
            </a:lvl5pPr>
            <a:lvl6pPr lvl="5" algn="ctr">
              <a:spcBef>
                <a:spcPts val="0"/>
              </a:spcBef>
              <a:spcAft>
                <a:spcPts val="0"/>
              </a:spcAft>
              <a:buSzPts val="19365"/>
              <a:buNone/>
              <a:defRPr sz="19365"/>
            </a:lvl6pPr>
            <a:lvl7pPr lvl="6" algn="ctr">
              <a:spcBef>
                <a:spcPts val="0"/>
              </a:spcBef>
              <a:spcAft>
                <a:spcPts val="0"/>
              </a:spcAft>
              <a:buSzPts val="19365"/>
              <a:buNone/>
              <a:defRPr sz="19365"/>
            </a:lvl7pPr>
            <a:lvl8pPr lvl="7" algn="ctr">
              <a:spcBef>
                <a:spcPts val="0"/>
              </a:spcBef>
              <a:spcAft>
                <a:spcPts val="0"/>
              </a:spcAft>
              <a:buSzPts val="19365"/>
              <a:buNone/>
              <a:defRPr sz="19365"/>
            </a:lvl8pPr>
            <a:lvl9pPr lvl="8" algn="ctr">
              <a:spcBef>
                <a:spcPts val="0"/>
              </a:spcBef>
              <a:spcAft>
                <a:spcPts val="0"/>
              </a:spcAft>
              <a:buSzPts val="19365"/>
              <a:buNone/>
              <a:defRPr sz="19365"/>
            </a:lvl9pPr>
          </a:lstStyle>
          <a:p/>
        </p:txBody>
      </p:sp>
      <p:sp>
        <p:nvSpPr>
          <p:cNvPr id="11" name="Google Shape;11;p2"/>
          <p:cNvSpPr txBox="1"/>
          <p:nvPr>
            <p:ph idx="1" type="subTitle"/>
          </p:nvPr>
        </p:nvSpPr>
        <p:spPr>
          <a:xfrm>
            <a:off x="748571" y="18051120"/>
            <a:ext cx="20463000" cy="5048100"/>
          </a:xfrm>
          <a:prstGeom prst="rect">
            <a:avLst/>
          </a:prstGeom>
        </p:spPr>
        <p:txBody>
          <a:bodyPr anchorCtr="0" anchor="t" bIns="340475" lIns="340475" spcFirstLastPara="1" rIns="340475" wrap="square" tIns="340475">
            <a:normAutofit/>
          </a:bodyPr>
          <a:lstStyle>
            <a:lvl1pPr lvl="0" algn="ctr">
              <a:lnSpc>
                <a:spcPct val="100000"/>
              </a:lnSpc>
              <a:spcBef>
                <a:spcPts val="0"/>
              </a:spcBef>
              <a:spcAft>
                <a:spcPts val="0"/>
              </a:spcAft>
              <a:buSzPts val="10428"/>
              <a:buNone/>
              <a:defRPr sz="10428"/>
            </a:lvl1pPr>
            <a:lvl2pPr lvl="1" algn="ctr">
              <a:lnSpc>
                <a:spcPct val="100000"/>
              </a:lnSpc>
              <a:spcBef>
                <a:spcPts val="0"/>
              </a:spcBef>
              <a:spcAft>
                <a:spcPts val="0"/>
              </a:spcAft>
              <a:buSzPts val="10428"/>
              <a:buNone/>
              <a:defRPr sz="10428"/>
            </a:lvl2pPr>
            <a:lvl3pPr lvl="2" algn="ctr">
              <a:lnSpc>
                <a:spcPct val="100000"/>
              </a:lnSpc>
              <a:spcBef>
                <a:spcPts val="0"/>
              </a:spcBef>
              <a:spcAft>
                <a:spcPts val="0"/>
              </a:spcAft>
              <a:buSzPts val="10428"/>
              <a:buNone/>
              <a:defRPr sz="10428"/>
            </a:lvl3pPr>
            <a:lvl4pPr lvl="3" algn="ctr">
              <a:lnSpc>
                <a:spcPct val="100000"/>
              </a:lnSpc>
              <a:spcBef>
                <a:spcPts val="0"/>
              </a:spcBef>
              <a:spcAft>
                <a:spcPts val="0"/>
              </a:spcAft>
              <a:buSzPts val="10428"/>
              <a:buNone/>
              <a:defRPr sz="10428"/>
            </a:lvl4pPr>
            <a:lvl5pPr lvl="4" algn="ctr">
              <a:lnSpc>
                <a:spcPct val="100000"/>
              </a:lnSpc>
              <a:spcBef>
                <a:spcPts val="0"/>
              </a:spcBef>
              <a:spcAft>
                <a:spcPts val="0"/>
              </a:spcAft>
              <a:buSzPts val="10428"/>
              <a:buNone/>
              <a:defRPr sz="10428"/>
            </a:lvl5pPr>
            <a:lvl6pPr lvl="5" algn="ctr">
              <a:lnSpc>
                <a:spcPct val="100000"/>
              </a:lnSpc>
              <a:spcBef>
                <a:spcPts val="0"/>
              </a:spcBef>
              <a:spcAft>
                <a:spcPts val="0"/>
              </a:spcAft>
              <a:buSzPts val="10428"/>
              <a:buNone/>
              <a:defRPr sz="10428"/>
            </a:lvl6pPr>
            <a:lvl7pPr lvl="6" algn="ctr">
              <a:lnSpc>
                <a:spcPct val="100000"/>
              </a:lnSpc>
              <a:spcBef>
                <a:spcPts val="0"/>
              </a:spcBef>
              <a:spcAft>
                <a:spcPts val="0"/>
              </a:spcAft>
              <a:buSzPts val="10428"/>
              <a:buNone/>
              <a:defRPr sz="10428"/>
            </a:lvl7pPr>
            <a:lvl8pPr lvl="7" algn="ctr">
              <a:lnSpc>
                <a:spcPct val="100000"/>
              </a:lnSpc>
              <a:spcBef>
                <a:spcPts val="0"/>
              </a:spcBef>
              <a:spcAft>
                <a:spcPts val="0"/>
              </a:spcAft>
              <a:buSzPts val="10428"/>
              <a:buNone/>
              <a:defRPr sz="10428"/>
            </a:lvl8pPr>
            <a:lvl9pPr lvl="8" algn="ctr">
              <a:lnSpc>
                <a:spcPct val="100000"/>
              </a:lnSpc>
              <a:spcBef>
                <a:spcPts val="0"/>
              </a:spcBef>
              <a:spcAft>
                <a:spcPts val="0"/>
              </a:spcAft>
              <a:buSzPts val="10428"/>
              <a:buNone/>
              <a:defRPr sz="10428"/>
            </a:lvl9pPr>
          </a:lstStyle>
          <a:p/>
        </p:txBody>
      </p:sp>
      <p:sp>
        <p:nvSpPr>
          <p:cNvPr id="12" name="Google Shape;12;p2"/>
          <p:cNvSpPr txBox="1"/>
          <p:nvPr>
            <p:ph idx="12" type="sldNum"/>
          </p:nvPr>
        </p:nvSpPr>
        <p:spPr>
          <a:xfrm>
            <a:off x="20347241" y="29700978"/>
            <a:ext cx="1317600" cy="2506800"/>
          </a:xfrm>
          <a:prstGeom prst="rect">
            <a:avLst/>
          </a:prstGeom>
        </p:spPr>
        <p:txBody>
          <a:bodyPr anchorCtr="0" anchor="ctr" bIns="340475" lIns="340475" spcFirstLastPara="1" rIns="340475" wrap="square" tIns="340475">
            <a:normAutofit/>
          </a:bodyPr>
          <a:lstStyle>
            <a:lvl1pPr lvl="0">
              <a:buNone/>
              <a:defRPr sz="3724"/>
            </a:lvl1pPr>
            <a:lvl2pPr lvl="1">
              <a:buNone/>
              <a:defRPr sz="3724"/>
            </a:lvl2pPr>
            <a:lvl3pPr lvl="2">
              <a:buNone/>
              <a:defRPr sz="3724"/>
            </a:lvl3pPr>
            <a:lvl4pPr lvl="3">
              <a:buNone/>
              <a:defRPr sz="3724"/>
            </a:lvl4pPr>
            <a:lvl5pPr lvl="4">
              <a:buNone/>
              <a:defRPr sz="3724"/>
            </a:lvl5pPr>
            <a:lvl6pPr lvl="5">
              <a:buNone/>
              <a:defRPr sz="3724"/>
            </a:lvl6pPr>
            <a:lvl7pPr lvl="6">
              <a:buNone/>
              <a:defRPr sz="3724"/>
            </a:lvl7pPr>
            <a:lvl8pPr lvl="7">
              <a:buNone/>
              <a:defRPr sz="3724"/>
            </a:lvl8pPr>
            <a:lvl9pPr lvl="8">
              <a:buNone/>
              <a:defRPr sz="372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748571" y="13699202"/>
            <a:ext cx="20463000" cy="5361600"/>
          </a:xfrm>
          <a:prstGeom prst="rect">
            <a:avLst/>
          </a:prstGeom>
        </p:spPr>
        <p:txBody>
          <a:bodyPr anchorCtr="0" anchor="ctr" bIns="340475" lIns="340475" spcFirstLastPara="1" rIns="340475" wrap="square" tIns="340475">
            <a:normAutofit/>
          </a:bodyPr>
          <a:lstStyle>
            <a:lvl1pPr lvl="0" algn="ctr">
              <a:spcBef>
                <a:spcPts val="0"/>
              </a:spcBef>
              <a:spcAft>
                <a:spcPts val="0"/>
              </a:spcAft>
              <a:buSzPts val="13407"/>
              <a:buNone/>
              <a:defRPr sz="13407"/>
            </a:lvl1pPr>
            <a:lvl2pPr lvl="1" algn="ctr">
              <a:spcBef>
                <a:spcPts val="0"/>
              </a:spcBef>
              <a:spcAft>
                <a:spcPts val="0"/>
              </a:spcAft>
              <a:buSzPts val="13407"/>
              <a:buNone/>
              <a:defRPr sz="13407"/>
            </a:lvl2pPr>
            <a:lvl3pPr lvl="2" algn="ctr">
              <a:spcBef>
                <a:spcPts val="0"/>
              </a:spcBef>
              <a:spcAft>
                <a:spcPts val="0"/>
              </a:spcAft>
              <a:buSzPts val="13407"/>
              <a:buNone/>
              <a:defRPr sz="13407"/>
            </a:lvl3pPr>
            <a:lvl4pPr lvl="3" algn="ctr">
              <a:spcBef>
                <a:spcPts val="0"/>
              </a:spcBef>
              <a:spcAft>
                <a:spcPts val="0"/>
              </a:spcAft>
              <a:buSzPts val="13407"/>
              <a:buNone/>
              <a:defRPr sz="13407"/>
            </a:lvl4pPr>
            <a:lvl5pPr lvl="4" algn="ctr">
              <a:spcBef>
                <a:spcPts val="0"/>
              </a:spcBef>
              <a:spcAft>
                <a:spcPts val="0"/>
              </a:spcAft>
              <a:buSzPts val="13407"/>
              <a:buNone/>
              <a:defRPr sz="13407"/>
            </a:lvl5pPr>
            <a:lvl6pPr lvl="5" algn="ctr">
              <a:spcBef>
                <a:spcPts val="0"/>
              </a:spcBef>
              <a:spcAft>
                <a:spcPts val="0"/>
              </a:spcAft>
              <a:buSzPts val="13407"/>
              <a:buNone/>
              <a:defRPr sz="13407"/>
            </a:lvl6pPr>
            <a:lvl7pPr lvl="6" algn="ctr">
              <a:spcBef>
                <a:spcPts val="0"/>
              </a:spcBef>
              <a:spcAft>
                <a:spcPts val="0"/>
              </a:spcAft>
              <a:buSzPts val="13407"/>
              <a:buNone/>
              <a:defRPr sz="13407"/>
            </a:lvl7pPr>
            <a:lvl8pPr lvl="7" algn="ctr">
              <a:spcBef>
                <a:spcPts val="0"/>
              </a:spcBef>
              <a:spcAft>
                <a:spcPts val="0"/>
              </a:spcAft>
              <a:buSzPts val="13407"/>
              <a:buNone/>
              <a:defRPr sz="13407"/>
            </a:lvl8pPr>
            <a:lvl9pPr lvl="8" algn="ctr">
              <a:spcBef>
                <a:spcPts val="0"/>
              </a:spcBef>
              <a:spcAft>
                <a:spcPts val="0"/>
              </a:spcAft>
              <a:buSzPts val="13407"/>
              <a:buNone/>
              <a:defRPr sz="13407"/>
            </a:lvl9pPr>
          </a:lstStyle>
          <a:p/>
        </p:txBody>
      </p:sp>
      <p:sp>
        <p:nvSpPr>
          <p:cNvPr id="15" name="Google Shape;15;p3"/>
          <p:cNvSpPr txBox="1"/>
          <p:nvPr>
            <p:ph idx="12" type="sldNum"/>
          </p:nvPr>
        </p:nvSpPr>
        <p:spPr>
          <a:xfrm>
            <a:off x="20347241" y="29700978"/>
            <a:ext cx="1317600" cy="2506800"/>
          </a:xfrm>
          <a:prstGeom prst="rect">
            <a:avLst/>
          </a:prstGeom>
        </p:spPr>
        <p:txBody>
          <a:bodyPr anchorCtr="0" anchor="ctr" bIns="340475" lIns="340475" spcFirstLastPara="1" rIns="340475" wrap="square" tIns="340475">
            <a:normAutofit/>
          </a:bodyPr>
          <a:lstStyle>
            <a:lvl1pPr lvl="0">
              <a:buNone/>
              <a:defRPr sz="3724"/>
            </a:lvl1pPr>
            <a:lvl2pPr lvl="1">
              <a:buNone/>
              <a:defRPr sz="3724"/>
            </a:lvl2pPr>
            <a:lvl3pPr lvl="2">
              <a:buNone/>
              <a:defRPr sz="3724"/>
            </a:lvl3pPr>
            <a:lvl4pPr lvl="3">
              <a:buNone/>
              <a:defRPr sz="3724"/>
            </a:lvl4pPr>
            <a:lvl5pPr lvl="4">
              <a:buNone/>
              <a:defRPr sz="3724"/>
            </a:lvl5pPr>
            <a:lvl6pPr lvl="5">
              <a:buNone/>
              <a:defRPr sz="3724"/>
            </a:lvl6pPr>
            <a:lvl7pPr lvl="6">
              <a:buNone/>
              <a:defRPr sz="3724"/>
            </a:lvl7pPr>
            <a:lvl8pPr lvl="7">
              <a:buNone/>
              <a:defRPr sz="3724"/>
            </a:lvl8pPr>
            <a:lvl9pPr lvl="8">
              <a:buNone/>
              <a:defRPr sz="372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748571" y="2834455"/>
            <a:ext cx="20463000" cy="3647700"/>
          </a:xfrm>
          <a:prstGeom prst="rect">
            <a:avLst/>
          </a:prstGeom>
        </p:spPr>
        <p:txBody>
          <a:bodyPr anchorCtr="0" anchor="t" bIns="340475" lIns="340475" spcFirstLastPara="1" rIns="340475" wrap="square" tIns="340475">
            <a:normAutofit/>
          </a:bodyPr>
          <a:lstStyle>
            <a:lvl1pPr lvl="0">
              <a:spcBef>
                <a:spcPts val="0"/>
              </a:spcBef>
              <a:spcAft>
                <a:spcPts val="0"/>
              </a:spcAft>
              <a:buSzPts val="10428"/>
              <a:buNone/>
              <a:defRPr sz="10428"/>
            </a:lvl1pPr>
            <a:lvl2pPr lvl="1">
              <a:spcBef>
                <a:spcPts val="0"/>
              </a:spcBef>
              <a:spcAft>
                <a:spcPts val="0"/>
              </a:spcAft>
              <a:buSzPts val="10428"/>
              <a:buNone/>
              <a:defRPr sz="10428"/>
            </a:lvl2pPr>
            <a:lvl3pPr lvl="2">
              <a:spcBef>
                <a:spcPts val="0"/>
              </a:spcBef>
              <a:spcAft>
                <a:spcPts val="0"/>
              </a:spcAft>
              <a:buSzPts val="10428"/>
              <a:buNone/>
              <a:defRPr sz="10428"/>
            </a:lvl3pPr>
            <a:lvl4pPr lvl="3">
              <a:spcBef>
                <a:spcPts val="0"/>
              </a:spcBef>
              <a:spcAft>
                <a:spcPts val="0"/>
              </a:spcAft>
              <a:buSzPts val="10428"/>
              <a:buNone/>
              <a:defRPr sz="10428"/>
            </a:lvl4pPr>
            <a:lvl5pPr lvl="4">
              <a:spcBef>
                <a:spcPts val="0"/>
              </a:spcBef>
              <a:spcAft>
                <a:spcPts val="0"/>
              </a:spcAft>
              <a:buSzPts val="10428"/>
              <a:buNone/>
              <a:defRPr sz="10428"/>
            </a:lvl5pPr>
            <a:lvl6pPr lvl="5">
              <a:spcBef>
                <a:spcPts val="0"/>
              </a:spcBef>
              <a:spcAft>
                <a:spcPts val="0"/>
              </a:spcAft>
              <a:buSzPts val="10428"/>
              <a:buNone/>
              <a:defRPr sz="10428"/>
            </a:lvl6pPr>
            <a:lvl7pPr lvl="6">
              <a:spcBef>
                <a:spcPts val="0"/>
              </a:spcBef>
              <a:spcAft>
                <a:spcPts val="0"/>
              </a:spcAft>
              <a:buSzPts val="10428"/>
              <a:buNone/>
              <a:defRPr sz="10428"/>
            </a:lvl7pPr>
            <a:lvl8pPr lvl="7">
              <a:spcBef>
                <a:spcPts val="0"/>
              </a:spcBef>
              <a:spcAft>
                <a:spcPts val="0"/>
              </a:spcAft>
              <a:buSzPts val="10428"/>
              <a:buNone/>
              <a:defRPr sz="10428"/>
            </a:lvl8pPr>
            <a:lvl9pPr lvl="8">
              <a:spcBef>
                <a:spcPts val="0"/>
              </a:spcBef>
              <a:spcAft>
                <a:spcPts val="0"/>
              </a:spcAft>
              <a:buSzPts val="10428"/>
              <a:buNone/>
              <a:defRPr sz="10428"/>
            </a:lvl9pPr>
          </a:lstStyle>
          <a:p/>
        </p:txBody>
      </p:sp>
      <p:sp>
        <p:nvSpPr>
          <p:cNvPr id="18" name="Google Shape;18;p4"/>
          <p:cNvSpPr txBox="1"/>
          <p:nvPr>
            <p:ph idx="1" type="body"/>
          </p:nvPr>
        </p:nvSpPr>
        <p:spPr>
          <a:xfrm>
            <a:off x="748571" y="7340348"/>
            <a:ext cx="20463000" cy="21759600"/>
          </a:xfrm>
          <a:prstGeom prst="rect">
            <a:avLst/>
          </a:prstGeom>
        </p:spPr>
        <p:txBody>
          <a:bodyPr anchorCtr="0" anchor="t" bIns="340475" lIns="340475" spcFirstLastPara="1" rIns="340475" wrap="square" tIns="340475">
            <a:normAutofit/>
          </a:bodyPr>
          <a:lstStyle>
            <a:lvl1pPr indent="-654267" lvl="0" marL="457200">
              <a:spcBef>
                <a:spcPts val="0"/>
              </a:spcBef>
              <a:spcAft>
                <a:spcPts val="0"/>
              </a:spcAft>
              <a:buSzPts val="6703"/>
              <a:buChar char="●"/>
              <a:defRPr sz="6703"/>
            </a:lvl1pPr>
            <a:lvl2pPr indent="-559674" lvl="1" marL="914400">
              <a:spcBef>
                <a:spcPts val="0"/>
              </a:spcBef>
              <a:spcAft>
                <a:spcPts val="0"/>
              </a:spcAft>
              <a:buSzPts val="5214"/>
              <a:buChar char="○"/>
              <a:defRPr sz="5214"/>
            </a:lvl2pPr>
            <a:lvl3pPr indent="-559674" lvl="2" marL="1371600">
              <a:spcBef>
                <a:spcPts val="0"/>
              </a:spcBef>
              <a:spcAft>
                <a:spcPts val="0"/>
              </a:spcAft>
              <a:buSzPts val="5214"/>
              <a:buChar char="■"/>
              <a:defRPr sz="5214"/>
            </a:lvl3pPr>
            <a:lvl4pPr indent="-559674" lvl="3" marL="1828800">
              <a:spcBef>
                <a:spcPts val="0"/>
              </a:spcBef>
              <a:spcAft>
                <a:spcPts val="0"/>
              </a:spcAft>
              <a:buSzPts val="5214"/>
              <a:buChar char="●"/>
              <a:defRPr sz="5214"/>
            </a:lvl4pPr>
            <a:lvl5pPr indent="-559674" lvl="4" marL="2286000">
              <a:spcBef>
                <a:spcPts val="0"/>
              </a:spcBef>
              <a:spcAft>
                <a:spcPts val="0"/>
              </a:spcAft>
              <a:buSzPts val="5214"/>
              <a:buChar char="○"/>
              <a:defRPr sz="5214"/>
            </a:lvl5pPr>
            <a:lvl6pPr indent="-559674" lvl="5" marL="2743200">
              <a:spcBef>
                <a:spcPts val="0"/>
              </a:spcBef>
              <a:spcAft>
                <a:spcPts val="0"/>
              </a:spcAft>
              <a:buSzPts val="5214"/>
              <a:buChar char="■"/>
              <a:defRPr sz="5214"/>
            </a:lvl6pPr>
            <a:lvl7pPr indent="-559674" lvl="6" marL="3200400">
              <a:spcBef>
                <a:spcPts val="0"/>
              </a:spcBef>
              <a:spcAft>
                <a:spcPts val="0"/>
              </a:spcAft>
              <a:buSzPts val="5214"/>
              <a:buChar char="●"/>
              <a:defRPr sz="5214"/>
            </a:lvl7pPr>
            <a:lvl8pPr indent="-559674" lvl="7" marL="3657600">
              <a:spcBef>
                <a:spcPts val="0"/>
              </a:spcBef>
              <a:spcAft>
                <a:spcPts val="0"/>
              </a:spcAft>
              <a:buSzPts val="5214"/>
              <a:buChar char="○"/>
              <a:defRPr sz="5214"/>
            </a:lvl8pPr>
            <a:lvl9pPr indent="-559674" lvl="8" marL="4114800">
              <a:spcBef>
                <a:spcPts val="0"/>
              </a:spcBef>
              <a:spcAft>
                <a:spcPts val="0"/>
              </a:spcAft>
              <a:buSzPts val="5214"/>
              <a:buChar char="■"/>
              <a:defRPr sz="5214"/>
            </a:lvl9pPr>
          </a:lstStyle>
          <a:p/>
        </p:txBody>
      </p:sp>
      <p:sp>
        <p:nvSpPr>
          <p:cNvPr id="19" name="Google Shape;19;p4"/>
          <p:cNvSpPr txBox="1"/>
          <p:nvPr>
            <p:ph idx="12" type="sldNum"/>
          </p:nvPr>
        </p:nvSpPr>
        <p:spPr>
          <a:xfrm>
            <a:off x="20347241" y="29700978"/>
            <a:ext cx="1317600" cy="2506800"/>
          </a:xfrm>
          <a:prstGeom prst="rect">
            <a:avLst/>
          </a:prstGeom>
        </p:spPr>
        <p:txBody>
          <a:bodyPr anchorCtr="0" anchor="ctr" bIns="340475" lIns="340475" spcFirstLastPara="1" rIns="340475" wrap="square" tIns="340475">
            <a:normAutofit/>
          </a:bodyPr>
          <a:lstStyle>
            <a:lvl1pPr lvl="0">
              <a:buNone/>
              <a:defRPr sz="3724"/>
            </a:lvl1pPr>
            <a:lvl2pPr lvl="1">
              <a:buNone/>
              <a:defRPr sz="3724"/>
            </a:lvl2pPr>
            <a:lvl3pPr lvl="2">
              <a:buNone/>
              <a:defRPr sz="3724"/>
            </a:lvl3pPr>
            <a:lvl4pPr lvl="3">
              <a:buNone/>
              <a:defRPr sz="3724"/>
            </a:lvl4pPr>
            <a:lvl5pPr lvl="4">
              <a:buNone/>
              <a:defRPr sz="3724"/>
            </a:lvl5pPr>
            <a:lvl6pPr lvl="5">
              <a:buNone/>
              <a:defRPr sz="3724"/>
            </a:lvl6pPr>
            <a:lvl7pPr lvl="6">
              <a:buNone/>
              <a:defRPr sz="3724"/>
            </a:lvl7pPr>
            <a:lvl8pPr lvl="7">
              <a:buNone/>
              <a:defRPr sz="3724"/>
            </a:lvl8pPr>
            <a:lvl9pPr lvl="8">
              <a:buNone/>
              <a:defRPr sz="372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748571" y="2834455"/>
            <a:ext cx="20463000" cy="3647700"/>
          </a:xfrm>
          <a:prstGeom prst="rect">
            <a:avLst/>
          </a:prstGeom>
        </p:spPr>
        <p:txBody>
          <a:bodyPr anchorCtr="0" anchor="t" bIns="340475" lIns="340475" spcFirstLastPara="1" rIns="340475" wrap="square" tIns="340475">
            <a:normAutofit/>
          </a:bodyPr>
          <a:lstStyle>
            <a:lvl1pPr lvl="0">
              <a:spcBef>
                <a:spcPts val="0"/>
              </a:spcBef>
              <a:spcAft>
                <a:spcPts val="0"/>
              </a:spcAft>
              <a:buSzPts val="10428"/>
              <a:buNone/>
              <a:defRPr sz="10428"/>
            </a:lvl1pPr>
            <a:lvl2pPr lvl="1">
              <a:spcBef>
                <a:spcPts val="0"/>
              </a:spcBef>
              <a:spcAft>
                <a:spcPts val="0"/>
              </a:spcAft>
              <a:buSzPts val="10428"/>
              <a:buNone/>
              <a:defRPr sz="10428"/>
            </a:lvl2pPr>
            <a:lvl3pPr lvl="2">
              <a:spcBef>
                <a:spcPts val="0"/>
              </a:spcBef>
              <a:spcAft>
                <a:spcPts val="0"/>
              </a:spcAft>
              <a:buSzPts val="10428"/>
              <a:buNone/>
              <a:defRPr sz="10428"/>
            </a:lvl3pPr>
            <a:lvl4pPr lvl="3">
              <a:spcBef>
                <a:spcPts val="0"/>
              </a:spcBef>
              <a:spcAft>
                <a:spcPts val="0"/>
              </a:spcAft>
              <a:buSzPts val="10428"/>
              <a:buNone/>
              <a:defRPr sz="10428"/>
            </a:lvl4pPr>
            <a:lvl5pPr lvl="4">
              <a:spcBef>
                <a:spcPts val="0"/>
              </a:spcBef>
              <a:spcAft>
                <a:spcPts val="0"/>
              </a:spcAft>
              <a:buSzPts val="10428"/>
              <a:buNone/>
              <a:defRPr sz="10428"/>
            </a:lvl5pPr>
            <a:lvl6pPr lvl="5">
              <a:spcBef>
                <a:spcPts val="0"/>
              </a:spcBef>
              <a:spcAft>
                <a:spcPts val="0"/>
              </a:spcAft>
              <a:buSzPts val="10428"/>
              <a:buNone/>
              <a:defRPr sz="10428"/>
            </a:lvl6pPr>
            <a:lvl7pPr lvl="6">
              <a:spcBef>
                <a:spcPts val="0"/>
              </a:spcBef>
              <a:spcAft>
                <a:spcPts val="0"/>
              </a:spcAft>
              <a:buSzPts val="10428"/>
              <a:buNone/>
              <a:defRPr sz="10428"/>
            </a:lvl7pPr>
            <a:lvl8pPr lvl="7">
              <a:spcBef>
                <a:spcPts val="0"/>
              </a:spcBef>
              <a:spcAft>
                <a:spcPts val="0"/>
              </a:spcAft>
              <a:buSzPts val="10428"/>
              <a:buNone/>
              <a:defRPr sz="10428"/>
            </a:lvl8pPr>
            <a:lvl9pPr lvl="8">
              <a:spcBef>
                <a:spcPts val="0"/>
              </a:spcBef>
              <a:spcAft>
                <a:spcPts val="0"/>
              </a:spcAft>
              <a:buSzPts val="10428"/>
              <a:buNone/>
              <a:defRPr sz="10428"/>
            </a:lvl9pPr>
          </a:lstStyle>
          <a:p/>
        </p:txBody>
      </p:sp>
      <p:sp>
        <p:nvSpPr>
          <p:cNvPr id="22" name="Google Shape;22;p5"/>
          <p:cNvSpPr txBox="1"/>
          <p:nvPr>
            <p:ph idx="1" type="body"/>
          </p:nvPr>
        </p:nvSpPr>
        <p:spPr>
          <a:xfrm>
            <a:off x="748571" y="7340348"/>
            <a:ext cx="9606000" cy="21759600"/>
          </a:xfrm>
          <a:prstGeom prst="rect">
            <a:avLst/>
          </a:prstGeom>
        </p:spPr>
        <p:txBody>
          <a:bodyPr anchorCtr="0" anchor="t" bIns="340475" lIns="340475" spcFirstLastPara="1" rIns="340475" wrap="square" tIns="340475">
            <a:normAutofit/>
          </a:bodyPr>
          <a:lstStyle>
            <a:lvl1pPr indent="-559674" lvl="0" marL="457200">
              <a:spcBef>
                <a:spcPts val="0"/>
              </a:spcBef>
              <a:spcAft>
                <a:spcPts val="0"/>
              </a:spcAft>
              <a:buSzPts val="5214"/>
              <a:buChar char="●"/>
              <a:defRPr sz="5214"/>
            </a:lvl1pPr>
            <a:lvl2pPr indent="-512378" lvl="1" marL="914400">
              <a:spcBef>
                <a:spcPts val="0"/>
              </a:spcBef>
              <a:spcAft>
                <a:spcPts val="0"/>
              </a:spcAft>
              <a:buSzPts val="4469"/>
              <a:buChar char="○"/>
              <a:defRPr sz="4469"/>
            </a:lvl2pPr>
            <a:lvl3pPr indent="-512378" lvl="2" marL="1371600">
              <a:spcBef>
                <a:spcPts val="0"/>
              </a:spcBef>
              <a:spcAft>
                <a:spcPts val="0"/>
              </a:spcAft>
              <a:buSzPts val="4469"/>
              <a:buChar char="■"/>
              <a:defRPr sz="4469"/>
            </a:lvl3pPr>
            <a:lvl4pPr indent="-512378" lvl="3" marL="1828800">
              <a:spcBef>
                <a:spcPts val="0"/>
              </a:spcBef>
              <a:spcAft>
                <a:spcPts val="0"/>
              </a:spcAft>
              <a:buSzPts val="4469"/>
              <a:buChar char="●"/>
              <a:defRPr sz="4469"/>
            </a:lvl4pPr>
            <a:lvl5pPr indent="-512378" lvl="4" marL="2286000">
              <a:spcBef>
                <a:spcPts val="0"/>
              </a:spcBef>
              <a:spcAft>
                <a:spcPts val="0"/>
              </a:spcAft>
              <a:buSzPts val="4469"/>
              <a:buChar char="○"/>
              <a:defRPr sz="4469"/>
            </a:lvl5pPr>
            <a:lvl6pPr indent="-512378" lvl="5" marL="2743200">
              <a:spcBef>
                <a:spcPts val="0"/>
              </a:spcBef>
              <a:spcAft>
                <a:spcPts val="0"/>
              </a:spcAft>
              <a:buSzPts val="4469"/>
              <a:buChar char="■"/>
              <a:defRPr sz="4469"/>
            </a:lvl6pPr>
            <a:lvl7pPr indent="-512378" lvl="6" marL="3200400">
              <a:spcBef>
                <a:spcPts val="0"/>
              </a:spcBef>
              <a:spcAft>
                <a:spcPts val="0"/>
              </a:spcAft>
              <a:buSzPts val="4469"/>
              <a:buChar char="●"/>
              <a:defRPr sz="4469"/>
            </a:lvl7pPr>
            <a:lvl8pPr indent="-512378" lvl="7" marL="3657600">
              <a:spcBef>
                <a:spcPts val="0"/>
              </a:spcBef>
              <a:spcAft>
                <a:spcPts val="0"/>
              </a:spcAft>
              <a:buSzPts val="4469"/>
              <a:buChar char="○"/>
              <a:defRPr sz="4469"/>
            </a:lvl8pPr>
            <a:lvl9pPr indent="-512378" lvl="8" marL="4114800">
              <a:spcBef>
                <a:spcPts val="0"/>
              </a:spcBef>
              <a:spcAft>
                <a:spcPts val="0"/>
              </a:spcAft>
              <a:buSzPts val="4469"/>
              <a:buChar char="■"/>
              <a:defRPr sz="4469"/>
            </a:lvl9pPr>
          </a:lstStyle>
          <a:p/>
        </p:txBody>
      </p:sp>
      <p:sp>
        <p:nvSpPr>
          <p:cNvPr id="23" name="Google Shape;23;p5"/>
          <p:cNvSpPr txBox="1"/>
          <p:nvPr>
            <p:ph idx="2" type="body"/>
          </p:nvPr>
        </p:nvSpPr>
        <p:spPr>
          <a:xfrm>
            <a:off x="11605370" y="7340348"/>
            <a:ext cx="9606000" cy="21759600"/>
          </a:xfrm>
          <a:prstGeom prst="rect">
            <a:avLst/>
          </a:prstGeom>
        </p:spPr>
        <p:txBody>
          <a:bodyPr anchorCtr="0" anchor="t" bIns="340475" lIns="340475" spcFirstLastPara="1" rIns="340475" wrap="square" tIns="340475">
            <a:normAutofit/>
          </a:bodyPr>
          <a:lstStyle>
            <a:lvl1pPr indent="-559674" lvl="0" marL="457200">
              <a:spcBef>
                <a:spcPts val="0"/>
              </a:spcBef>
              <a:spcAft>
                <a:spcPts val="0"/>
              </a:spcAft>
              <a:buSzPts val="5214"/>
              <a:buChar char="●"/>
              <a:defRPr sz="5214"/>
            </a:lvl1pPr>
            <a:lvl2pPr indent="-512378" lvl="1" marL="914400">
              <a:spcBef>
                <a:spcPts val="0"/>
              </a:spcBef>
              <a:spcAft>
                <a:spcPts val="0"/>
              </a:spcAft>
              <a:buSzPts val="4469"/>
              <a:buChar char="○"/>
              <a:defRPr sz="4469"/>
            </a:lvl2pPr>
            <a:lvl3pPr indent="-512378" lvl="2" marL="1371600">
              <a:spcBef>
                <a:spcPts val="0"/>
              </a:spcBef>
              <a:spcAft>
                <a:spcPts val="0"/>
              </a:spcAft>
              <a:buSzPts val="4469"/>
              <a:buChar char="■"/>
              <a:defRPr sz="4469"/>
            </a:lvl3pPr>
            <a:lvl4pPr indent="-512378" lvl="3" marL="1828800">
              <a:spcBef>
                <a:spcPts val="0"/>
              </a:spcBef>
              <a:spcAft>
                <a:spcPts val="0"/>
              </a:spcAft>
              <a:buSzPts val="4469"/>
              <a:buChar char="●"/>
              <a:defRPr sz="4469"/>
            </a:lvl4pPr>
            <a:lvl5pPr indent="-512378" lvl="4" marL="2286000">
              <a:spcBef>
                <a:spcPts val="0"/>
              </a:spcBef>
              <a:spcAft>
                <a:spcPts val="0"/>
              </a:spcAft>
              <a:buSzPts val="4469"/>
              <a:buChar char="○"/>
              <a:defRPr sz="4469"/>
            </a:lvl5pPr>
            <a:lvl6pPr indent="-512378" lvl="5" marL="2743200">
              <a:spcBef>
                <a:spcPts val="0"/>
              </a:spcBef>
              <a:spcAft>
                <a:spcPts val="0"/>
              </a:spcAft>
              <a:buSzPts val="4469"/>
              <a:buChar char="■"/>
              <a:defRPr sz="4469"/>
            </a:lvl6pPr>
            <a:lvl7pPr indent="-512378" lvl="6" marL="3200400">
              <a:spcBef>
                <a:spcPts val="0"/>
              </a:spcBef>
              <a:spcAft>
                <a:spcPts val="0"/>
              </a:spcAft>
              <a:buSzPts val="4469"/>
              <a:buChar char="●"/>
              <a:defRPr sz="4469"/>
            </a:lvl7pPr>
            <a:lvl8pPr indent="-512378" lvl="7" marL="3657600">
              <a:spcBef>
                <a:spcPts val="0"/>
              </a:spcBef>
              <a:spcAft>
                <a:spcPts val="0"/>
              </a:spcAft>
              <a:buSzPts val="4469"/>
              <a:buChar char="○"/>
              <a:defRPr sz="4469"/>
            </a:lvl8pPr>
            <a:lvl9pPr indent="-512378" lvl="8" marL="4114800">
              <a:spcBef>
                <a:spcPts val="0"/>
              </a:spcBef>
              <a:spcAft>
                <a:spcPts val="0"/>
              </a:spcAft>
              <a:buSzPts val="4469"/>
              <a:buChar char="■"/>
              <a:defRPr sz="4469"/>
            </a:lvl9pPr>
          </a:lstStyle>
          <a:p/>
        </p:txBody>
      </p:sp>
      <p:sp>
        <p:nvSpPr>
          <p:cNvPr id="24" name="Google Shape;24;p5"/>
          <p:cNvSpPr txBox="1"/>
          <p:nvPr>
            <p:ph idx="12" type="sldNum"/>
          </p:nvPr>
        </p:nvSpPr>
        <p:spPr>
          <a:xfrm>
            <a:off x="20347241" y="29700978"/>
            <a:ext cx="1317600" cy="2506800"/>
          </a:xfrm>
          <a:prstGeom prst="rect">
            <a:avLst/>
          </a:prstGeom>
        </p:spPr>
        <p:txBody>
          <a:bodyPr anchorCtr="0" anchor="ctr" bIns="340475" lIns="340475" spcFirstLastPara="1" rIns="340475" wrap="square" tIns="340475">
            <a:normAutofit/>
          </a:bodyPr>
          <a:lstStyle>
            <a:lvl1pPr lvl="0">
              <a:buNone/>
              <a:defRPr sz="3724"/>
            </a:lvl1pPr>
            <a:lvl2pPr lvl="1">
              <a:buNone/>
              <a:defRPr sz="3724"/>
            </a:lvl2pPr>
            <a:lvl3pPr lvl="2">
              <a:buNone/>
              <a:defRPr sz="3724"/>
            </a:lvl3pPr>
            <a:lvl4pPr lvl="3">
              <a:buNone/>
              <a:defRPr sz="3724"/>
            </a:lvl4pPr>
            <a:lvl5pPr lvl="4">
              <a:buNone/>
              <a:defRPr sz="3724"/>
            </a:lvl5pPr>
            <a:lvl6pPr lvl="5">
              <a:buNone/>
              <a:defRPr sz="3724"/>
            </a:lvl6pPr>
            <a:lvl7pPr lvl="6">
              <a:buNone/>
              <a:defRPr sz="3724"/>
            </a:lvl7pPr>
            <a:lvl8pPr lvl="7">
              <a:buNone/>
              <a:defRPr sz="3724"/>
            </a:lvl8pPr>
            <a:lvl9pPr lvl="8">
              <a:buNone/>
              <a:defRPr sz="372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748571" y="2834455"/>
            <a:ext cx="20463000" cy="3647700"/>
          </a:xfrm>
          <a:prstGeom prst="rect">
            <a:avLst/>
          </a:prstGeom>
        </p:spPr>
        <p:txBody>
          <a:bodyPr anchorCtr="0" anchor="t" bIns="340475" lIns="340475" spcFirstLastPara="1" rIns="340475" wrap="square" tIns="340475">
            <a:normAutofit/>
          </a:bodyPr>
          <a:lstStyle>
            <a:lvl1pPr lvl="0">
              <a:spcBef>
                <a:spcPts val="0"/>
              </a:spcBef>
              <a:spcAft>
                <a:spcPts val="0"/>
              </a:spcAft>
              <a:buSzPts val="10428"/>
              <a:buNone/>
              <a:defRPr sz="10428"/>
            </a:lvl1pPr>
            <a:lvl2pPr lvl="1">
              <a:spcBef>
                <a:spcPts val="0"/>
              </a:spcBef>
              <a:spcAft>
                <a:spcPts val="0"/>
              </a:spcAft>
              <a:buSzPts val="10428"/>
              <a:buNone/>
              <a:defRPr sz="10428"/>
            </a:lvl2pPr>
            <a:lvl3pPr lvl="2">
              <a:spcBef>
                <a:spcPts val="0"/>
              </a:spcBef>
              <a:spcAft>
                <a:spcPts val="0"/>
              </a:spcAft>
              <a:buSzPts val="10428"/>
              <a:buNone/>
              <a:defRPr sz="10428"/>
            </a:lvl3pPr>
            <a:lvl4pPr lvl="3">
              <a:spcBef>
                <a:spcPts val="0"/>
              </a:spcBef>
              <a:spcAft>
                <a:spcPts val="0"/>
              </a:spcAft>
              <a:buSzPts val="10428"/>
              <a:buNone/>
              <a:defRPr sz="10428"/>
            </a:lvl4pPr>
            <a:lvl5pPr lvl="4">
              <a:spcBef>
                <a:spcPts val="0"/>
              </a:spcBef>
              <a:spcAft>
                <a:spcPts val="0"/>
              </a:spcAft>
              <a:buSzPts val="10428"/>
              <a:buNone/>
              <a:defRPr sz="10428"/>
            </a:lvl5pPr>
            <a:lvl6pPr lvl="5">
              <a:spcBef>
                <a:spcPts val="0"/>
              </a:spcBef>
              <a:spcAft>
                <a:spcPts val="0"/>
              </a:spcAft>
              <a:buSzPts val="10428"/>
              <a:buNone/>
              <a:defRPr sz="10428"/>
            </a:lvl6pPr>
            <a:lvl7pPr lvl="6">
              <a:spcBef>
                <a:spcPts val="0"/>
              </a:spcBef>
              <a:spcAft>
                <a:spcPts val="0"/>
              </a:spcAft>
              <a:buSzPts val="10428"/>
              <a:buNone/>
              <a:defRPr sz="10428"/>
            </a:lvl7pPr>
            <a:lvl8pPr lvl="7">
              <a:spcBef>
                <a:spcPts val="0"/>
              </a:spcBef>
              <a:spcAft>
                <a:spcPts val="0"/>
              </a:spcAft>
              <a:buSzPts val="10428"/>
              <a:buNone/>
              <a:defRPr sz="10428"/>
            </a:lvl8pPr>
            <a:lvl9pPr lvl="8">
              <a:spcBef>
                <a:spcPts val="0"/>
              </a:spcBef>
              <a:spcAft>
                <a:spcPts val="0"/>
              </a:spcAft>
              <a:buSzPts val="10428"/>
              <a:buNone/>
              <a:defRPr sz="10428"/>
            </a:lvl9pPr>
          </a:lstStyle>
          <a:p/>
        </p:txBody>
      </p:sp>
      <p:sp>
        <p:nvSpPr>
          <p:cNvPr id="27" name="Google Shape;27;p6"/>
          <p:cNvSpPr txBox="1"/>
          <p:nvPr>
            <p:ph idx="12" type="sldNum"/>
          </p:nvPr>
        </p:nvSpPr>
        <p:spPr>
          <a:xfrm>
            <a:off x="20347241" y="29700978"/>
            <a:ext cx="1317600" cy="2506800"/>
          </a:xfrm>
          <a:prstGeom prst="rect">
            <a:avLst/>
          </a:prstGeom>
        </p:spPr>
        <p:txBody>
          <a:bodyPr anchorCtr="0" anchor="ctr" bIns="340475" lIns="340475" spcFirstLastPara="1" rIns="340475" wrap="square" tIns="340475">
            <a:normAutofit/>
          </a:bodyPr>
          <a:lstStyle>
            <a:lvl1pPr lvl="0">
              <a:buNone/>
              <a:defRPr sz="3724"/>
            </a:lvl1pPr>
            <a:lvl2pPr lvl="1">
              <a:buNone/>
              <a:defRPr sz="3724"/>
            </a:lvl2pPr>
            <a:lvl3pPr lvl="2">
              <a:buNone/>
              <a:defRPr sz="3724"/>
            </a:lvl3pPr>
            <a:lvl4pPr lvl="3">
              <a:buNone/>
              <a:defRPr sz="3724"/>
            </a:lvl4pPr>
            <a:lvl5pPr lvl="4">
              <a:buNone/>
              <a:defRPr sz="3724"/>
            </a:lvl5pPr>
            <a:lvl6pPr lvl="5">
              <a:buNone/>
              <a:defRPr sz="3724"/>
            </a:lvl6pPr>
            <a:lvl7pPr lvl="6">
              <a:buNone/>
              <a:defRPr sz="3724"/>
            </a:lvl7pPr>
            <a:lvl8pPr lvl="7">
              <a:buNone/>
              <a:defRPr sz="3724"/>
            </a:lvl8pPr>
            <a:lvl9pPr lvl="8">
              <a:buNone/>
              <a:defRPr sz="372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748571" y="3538730"/>
            <a:ext cx="6743700" cy="4813200"/>
          </a:xfrm>
          <a:prstGeom prst="rect">
            <a:avLst/>
          </a:prstGeom>
        </p:spPr>
        <p:txBody>
          <a:bodyPr anchorCtr="0" anchor="b" bIns="340475" lIns="340475" spcFirstLastPara="1" rIns="340475" wrap="square" tIns="340475">
            <a:normAutofit/>
          </a:bodyPr>
          <a:lstStyle>
            <a:lvl1pPr lvl="0">
              <a:spcBef>
                <a:spcPts val="0"/>
              </a:spcBef>
              <a:spcAft>
                <a:spcPts val="0"/>
              </a:spcAft>
              <a:buSzPts val="8938"/>
              <a:buNone/>
              <a:defRPr sz="8938"/>
            </a:lvl1pPr>
            <a:lvl2pPr lvl="1">
              <a:spcBef>
                <a:spcPts val="0"/>
              </a:spcBef>
              <a:spcAft>
                <a:spcPts val="0"/>
              </a:spcAft>
              <a:buSzPts val="8938"/>
              <a:buNone/>
              <a:defRPr sz="8938"/>
            </a:lvl2pPr>
            <a:lvl3pPr lvl="2">
              <a:spcBef>
                <a:spcPts val="0"/>
              </a:spcBef>
              <a:spcAft>
                <a:spcPts val="0"/>
              </a:spcAft>
              <a:buSzPts val="8938"/>
              <a:buNone/>
              <a:defRPr sz="8938"/>
            </a:lvl3pPr>
            <a:lvl4pPr lvl="3">
              <a:spcBef>
                <a:spcPts val="0"/>
              </a:spcBef>
              <a:spcAft>
                <a:spcPts val="0"/>
              </a:spcAft>
              <a:buSzPts val="8938"/>
              <a:buNone/>
              <a:defRPr sz="8938"/>
            </a:lvl4pPr>
            <a:lvl5pPr lvl="4">
              <a:spcBef>
                <a:spcPts val="0"/>
              </a:spcBef>
              <a:spcAft>
                <a:spcPts val="0"/>
              </a:spcAft>
              <a:buSzPts val="8938"/>
              <a:buNone/>
              <a:defRPr sz="8938"/>
            </a:lvl5pPr>
            <a:lvl6pPr lvl="5">
              <a:spcBef>
                <a:spcPts val="0"/>
              </a:spcBef>
              <a:spcAft>
                <a:spcPts val="0"/>
              </a:spcAft>
              <a:buSzPts val="8938"/>
              <a:buNone/>
              <a:defRPr sz="8938"/>
            </a:lvl6pPr>
            <a:lvl7pPr lvl="6">
              <a:spcBef>
                <a:spcPts val="0"/>
              </a:spcBef>
              <a:spcAft>
                <a:spcPts val="0"/>
              </a:spcAft>
              <a:buSzPts val="8938"/>
              <a:buNone/>
              <a:defRPr sz="8938"/>
            </a:lvl7pPr>
            <a:lvl8pPr lvl="7">
              <a:spcBef>
                <a:spcPts val="0"/>
              </a:spcBef>
              <a:spcAft>
                <a:spcPts val="0"/>
              </a:spcAft>
              <a:buSzPts val="8938"/>
              <a:buNone/>
              <a:defRPr sz="8938"/>
            </a:lvl8pPr>
            <a:lvl9pPr lvl="8">
              <a:spcBef>
                <a:spcPts val="0"/>
              </a:spcBef>
              <a:spcAft>
                <a:spcPts val="0"/>
              </a:spcAft>
              <a:buSzPts val="8938"/>
              <a:buNone/>
              <a:defRPr sz="8938"/>
            </a:lvl9pPr>
          </a:lstStyle>
          <a:p/>
        </p:txBody>
      </p:sp>
      <p:sp>
        <p:nvSpPr>
          <p:cNvPr id="30" name="Google Shape;30;p7"/>
          <p:cNvSpPr txBox="1"/>
          <p:nvPr>
            <p:ph idx="1" type="body"/>
          </p:nvPr>
        </p:nvSpPr>
        <p:spPr>
          <a:xfrm>
            <a:off x="748571" y="8850646"/>
            <a:ext cx="6743700" cy="20250300"/>
          </a:xfrm>
          <a:prstGeom prst="rect">
            <a:avLst/>
          </a:prstGeom>
        </p:spPr>
        <p:txBody>
          <a:bodyPr anchorCtr="0" anchor="t" bIns="340475" lIns="340475" spcFirstLastPara="1" rIns="340475" wrap="square" tIns="340475">
            <a:normAutofit/>
          </a:bodyPr>
          <a:lstStyle>
            <a:lvl1pPr indent="-512378" lvl="0" marL="457200">
              <a:spcBef>
                <a:spcPts val="0"/>
              </a:spcBef>
              <a:spcAft>
                <a:spcPts val="0"/>
              </a:spcAft>
              <a:buSzPts val="4469"/>
              <a:buChar char="●"/>
              <a:defRPr sz="4469"/>
            </a:lvl1pPr>
            <a:lvl2pPr indent="-512378" lvl="1" marL="914400">
              <a:spcBef>
                <a:spcPts val="0"/>
              </a:spcBef>
              <a:spcAft>
                <a:spcPts val="0"/>
              </a:spcAft>
              <a:buSzPts val="4469"/>
              <a:buChar char="○"/>
              <a:defRPr sz="4469"/>
            </a:lvl2pPr>
            <a:lvl3pPr indent="-512378" lvl="2" marL="1371600">
              <a:spcBef>
                <a:spcPts val="0"/>
              </a:spcBef>
              <a:spcAft>
                <a:spcPts val="0"/>
              </a:spcAft>
              <a:buSzPts val="4469"/>
              <a:buChar char="■"/>
              <a:defRPr sz="4469"/>
            </a:lvl3pPr>
            <a:lvl4pPr indent="-512378" lvl="3" marL="1828800">
              <a:spcBef>
                <a:spcPts val="0"/>
              </a:spcBef>
              <a:spcAft>
                <a:spcPts val="0"/>
              </a:spcAft>
              <a:buSzPts val="4469"/>
              <a:buChar char="●"/>
              <a:defRPr sz="4469"/>
            </a:lvl4pPr>
            <a:lvl5pPr indent="-512378" lvl="4" marL="2286000">
              <a:spcBef>
                <a:spcPts val="0"/>
              </a:spcBef>
              <a:spcAft>
                <a:spcPts val="0"/>
              </a:spcAft>
              <a:buSzPts val="4469"/>
              <a:buChar char="○"/>
              <a:defRPr sz="4469"/>
            </a:lvl5pPr>
            <a:lvl6pPr indent="-512378" lvl="5" marL="2743200">
              <a:spcBef>
                <a:spcPts val="0"/>
              </a:spcBef>
              <a:spcAft>
                <a:spcPts val="0"/>
              </a:spcAft>
              <a:buSzPts val="4469"/>
              <a:buChar char="■"/>
              <a:defRPr sz="4469"/>
            </a:lvl6pPr>
            <a:lvl7pPr indent="-512378" lvl="6" marL="3200400">
              <a:spcBef>
                <a:spcPts val="0"/>
              </a:spcBef>
              <a:spcAft>
                <a:spcPts val="0"/>
              </a:spcAft>
              <a:buSzPts val="4469"/>
              <a:buChar char="●"/>
              <a:defRPr sz="4469"/>
            </a:lvl7pPr>
            <a:lvl8pPr indent="-512378" lvl="7" marL="3657600">
              <a:spcBef>
                <a:spcPts val="0"/>
              </a:spcBef>
              <a:spcAft>
                <a:spcPts val="0"/>
              </a:spcAft>
              <a:buSzPts val="4469"/>
              <a:buChar char="○"/>
              <a:defRPr sz="4469"/>
            </a:lvl8pPr>
            <a:lvl9pPr indent="-512378" lvl="8" marL="4114800">
              <a:spcBef>
                <a:spcPts val="0"/>
              </a:spcBef>
              <a:spcAft>
                <a:spcPts val="0"/>
              </a:spcAft>
              <a:buSzPts val="4469"/>
              <a:buChar char="■"/>
              <a:defRPr sz="4469"/>
            </a:lvl9pPr>
          </a:lstStyle>
          <a:p/>
        </p:txBody>
      </p:sp>
      <p:sp>
        <p:nvSpPr>
          <p:cNvPr id="31" name="Google Shape;31;p7"/>
          <p:cNvSpPr txBox="1"/>
          <p:nvPr>
            <p:ph idx="12" type="sldNum"/>
          </p:nvPr>
        </p:nvSpPr>
        <p:spPr>
          <a:xfrm>
            <a:off x="20347241" y="29700978"/>
            <a:ext cx="1317600" cy="2506800"/>
          </a:xfrm>
          <a:prstGeom prst="rect">
            <a:avLst/>
          </a:prstGeom>
        </p:spPr>
        <p:txBody>
          <a:bodyPr anchorCtr="0" anchor="ctr" bIns="340475" lIns="340475" spcFirstLastPara="1" rIns="340475" wrap="square" tIns="340475">
            <a:normAutofit/>
          </a:bodyPr>
          <a:lstStyle>
            <a:lvl1pPr lvl="0">
              <a:buNone/>
              <a:defRPr sz="3724"/>
            </a:lvl1pPr>
            <a:lvl2pPr lvl="1">
              <a:buNone/>
              <a:defRPr sz="3724"/>
            </a:lvl2pPr>
            <a:lvl3pPr lvl="2">
              <a:buNone/>
              <a:defRPr sz="3724"/>
            </a:lvl3pPr>
            <a:lvl4pPr lvl="3">
              <a:buNone/>
              <a:defRPr sz="3724"/>
            </a:lvl4pPr>
            <a:lvl5pPr lvl="4">
              <a:buNone/>
              <a:defRPr sz="3724"/>
            </a:lvl5pPr>
            <a:lvl6pPr lvl="5">
              <a:buNone/>
              <a:defRPr sz="3724"/>
            </a:lvl6pPr>
            <a:lvl7pPr lvl="6">
              <a:buNone/>
              <a:defRPr sz="3724"/>
            </a:lvl7pPr>
            <a:lvl8pPr lvl="7">
              <a:buNone/>
              <a:defRPr sz="3724"/>
            </a:lvl8pPr>
            <a:lvl9pPr lvl="8">
              <a:buNone/>
              <a:defRPr sz="372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1177372" y="2867097"/>
            <a:ext cx="15292800" cy="26055000"/>
          </a:xfrm>
          <a:prstGeom prst="rect">
            <a:avLst/>
          </a:prstGeom>
        </p:spPr>
        <p:txBody>
          <a:bodyPr anchorCtr="0" anchor="ctr" bIns="340475" lIns="340475" spcFirstLastPara="1" rIns="340475" wrap="square" tIns="340475">
            <a:normAutofit/>
          </a:bodyPr>
          <a:lstStyle>
            <a:lvl1pPr lvl="0">
              <a:spcBef>
                <a:spcPts val="0"/>
              </a:spcBef>
              <a:spcAft>
                <a:spcPts val="0"/>
              </a:spcAft>
              <a:buSzPts val="17876"/>
              <a:buNone/>
              <a:defRPr sz="17876"/>
            </a:lvl1pPr>
            <a:lvl2pPr lvl="1">
              <a:spcBef>
                <a:spcPts val="0"/>
              </a:spcBef>
              <a:spcAft>
                <a:spcPts val="0"/>
              </a:spcAft>
              <a:buSzPts val="17876"/>
              <a:buNone/>
              <a:defRPr sz="17876"/>
            </a:lvl2pPr>
            <a:lvl3pPr lvl="2">
              <a:spcBef>
                <a:spcPts val="0"/>
              </a:spcBef>
              <a:spcAft>
                <a:spcPts val="0"/>
              </a:spcAft>
              <a:buSzPts val="17876"/>
              <a:buNone/>
              <a:defRPr sz="17876"/>
            </a:lvl3pPr>
            <a:lvl4pPr lvl="3">
              <a:spcBef>
                <a:spcPts val="0"/>
              </a:spcBef>
              <a:spcAft>
                <a:spcPts val="0"/>
              </a:spcAft>
              <a:buSzPts val="17876"/>
              <a:buNone/>
              <a:defRPr sz="17876"/>
            </a:lvl4pPr>
            <a:lvl5pPr lvl="4">
              <a:spcBef>
                <a:spcPts val="0"/>
              </a:spcBef>
              <a:spcAft>
                <a:spcPts val="0"/>
              </a:spcAft>
              <a:buSzPts val="17876"/>
              <a:buNone/>
              <a:defRPr sz="17876"/>
            </a:lvl5pPr>
            <a:lvl6pPr lvl="5">
              <a:spcBef>
                <a:spcPts val="0"/>
              </a:spcBef>
              <a:spcAft>
                <a:spcPts val="0"/>
              </a:spcAft>
              <a:buSzPts val="17876"/>
              <a:buNone/>
              <a:defRPr sz="17876"/>
            </a:lvl6pPr>
            <a:lvl7pPr lvl="6">
              <a:spcBef>
                <a:spcPts val="0"/>
              </a:spcBef>
              <a:spcAft>
                <a:spcPts val="0"/>
              </a:spcAft>
              <a:buSzPts val="17876"/>
              <a:buNone/>
              <a:defRPr sz="17876"/>
            </a:lvl7pPr>
            <a:lvl8pPr lvl="7">
              <a:spcBef>
                <a:spcPts val="0"/>
              </a:spcBef>
              <a:spcAft>
                <a:spcPts val="0"/>
              </a:spcAft>
              <a:buSzPts val="17876"/>
              <a:buNone/>
              <a:defRPr sz="17876"/>
            </a:lvl8pPr>
            <a:lvl9pPr lvl="8">
              <a:spcBef>
                <a:spcPts val="0"/>
              </a:spcBef>
              <a:spcAft>
                <a:spcPts val="0"/>
              </a:spcAft>
              <a:buSzPts val="17876"/>
              <a:buNone/>
              <a:defRPr sz="17876"/>
            </a:lvl9pPr>
          </a:lstStyle>
          <a:p/>
        </p:txBody>
      </p:sp>
      <p:sp>
        <p:nvSpPr>
          <p:cNvPr id="34" name="Google Shape;34;p8"/>
          <p:cNvSpPr txBox="1"/>
          <p:nvPr>
            <p:ph idx="12" type="sldNum"/>
          </p:nvPr>
        </p:nvSpPr>
        <p:spPr>
          <a:xfrm>
            <a:off x="20347241" y="29700978"/>
            <a:ext cx="1317600" cy="2506800"/>
          </a:xfrm>
          <a:prstGeom prst="rect">
            <a:avLst/>
          </a:prstGeom>
        </p:spPr>
        <p:txBody>
          <a:bodyPr anchorCtr="0" anchor="ctr" bIns="340475" lIns="340475" spcFirstLastPara="1" rIns="340475" wrap="square" tIns="340475">
            <a:normAutofit/>
          </a:bodyPr>
          <a:lstStyle>
            <a:lvl1pPr lvl="0">
              <a:buNone/>
              <a:defRPr sz="3724"/>
            </a:lvl1pPr>
            <a:lvl2pPr lvl="1">
              <a:buNone/>
              <a:defRPr sz="3724"/>
            </a:lvl2pPr>
            <a:lvl3pPr lvl="2">
              <a:buNone/>
              <a:defRPr sz="3724"/>
            </a:lvl3pPr>
            <a:lvl4pPr lvl="3">
              <a:buNone/>
              <a:defRPr sz="3724"/>
            </a:lvl4pPr>
            <a:lvl5pPr lvl="4">
              <a:buNone/>
              <a:defRPr sz="3724"/>
            </a:lvl5pPr>
            <a:lvl6pPr lvl="5">
              <a:buNone/>
              <a:defRPr sz="3724"/>
            </a:lvl6pPr>
            <a:lvl7pPr lvl="6">
              <a:buNone/>
              <a:defRPr sz="3724"/>
            </a:lvl7pPr>
            <a:lvl8pPr lvl="7">
              <a:buNone/>
              <a:defRPr sz="3724"/>
            </a:lvl8pPr>
            <a:lvl9pPr lvl="8">
              <a:buNone/>
              <a:defRPr sz="372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10980000" y="-796"/>
            <a:ext cx="10980000" cy="32760000"/>
          </a:xfrm>
          <a:prstGeom prst="rect">
            <a:avLst/>
          </a:prstGeom>
          <a:solidFill>
            <a:schemeClr val="lt2"/>
          </a:solidFill>
          <a:ln>
            <a:noFill/>
          </a:ln>
        </p:spPr>
        <p:txBody>
          <a:bodyPr anchorCtr="0" anchor="ctr" bIns="340475" lIns="340475" spcFirstLastPara="1" rIns="340475" wrap="square" tIns="3404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637618" y="7854343"/>
            <a:ext cx="9714900" cy="9441000"/>
          </a:xfrm>
          <a:prstGeom prst="rect">
            <a:avLst/>
          </a:prstGeom>
        </p:spPr>
        <p:txBody>
          <a:bodyPr anchorCtr="0" anchor="b" bIns="340475" lIns="340475" spcFirstLastPara="1" rIns="340475" wrap="square" tIns="340475">
            <a:normAutofit/>
          </a:bodyPr>
          <a:lstStyle>
            <a:lvl1pPr lvl="0" algn="ctr">
              <a:spcBef>
                <a:spcPts val="0"/>
              </a:spcBef>
              <a:spcAft>
                <a:spcPts val="0"/>
              </a:spcAft>
              <a:buSzPts val="15641"/>
              <a:buNone/>
              <a:defRPr sz="15641"/>
            </a:lvl1pPr>
            <a:lvl2pPr lvl="1" algn="ctr">
              <a:spcBef>
                <a:spcPts val="0"/>
              </a:spcBef>
              <a:spcAft>
                <a:spcPts val="0"/>
              </a:spcAft>
              <a:buSzPts val="15641"/>
              <a:buNone/>
              <a:defRPr sz="15641"/>
            </a:lvl2pPr>
            <a:lvl3pPr lvl="2" algn="ctr">
              <a:spcBef>
                <a:spcPts val="0"/>
              </a:spcBef>
              <a:spcAft>
                <a:spcPts val="0"/>
              </a:spcAft>
              <a:buSzPts val="15641"/>
              <a:buNone/>
              <a:defRPr sz="15641"/>
            </a:lvl3pPr>
            <a:lvl4pPr lvl="3" algn="ctr">
              <a:spcBef>
                <a:spcPts val="0"/>
              </a:spcBef>
              <a:spcAft>
                <a:spcPts val="0"/>
              </a:spcAft>
              <a:buSzPts val="15641"/>
              <a:buNone/>
              <a:defRPr sz="15641"/>
            </a:lvl4pPr>
            <a:lvl5pPr lvl="4" algn="ctr">
              <a:spcBef>
                <a:spcPts val="0"/>
              </a:spcBef>
              <a:spcAft>
                <a:spcPts val="0"/>
              </a:spcAft>
              <a:buSzPts val="15641"/>
              <a:buNone/>
              <a:defRPr sz="15641"/>
            </a:lvl5pPr>
            <a:lvl6pPr lvl="5" algn="ctr">
              <a:spcBef>
                <a:spcPts val="0"/>
              </a:spcBef>
              <a:spcAft>
                <a:spcPts val="0"/>
              </a:spcAft>
              <a:buSzPts val="15641"/>
              <a:buNone/>
              <a:defRPr sz="15641"/>
            </a:lvl6pPr>
            <a:lvl7pPr lvl="6" algn="ctr">
              <a:spcBef>
                <a:spcPts val="0"/>
              </a:spcBef>
              <a:spcAft>
                <a:spcPts val="0"/>
              </a:spcAft>
              <a:buSzPts val="15641"/>
              <a:buNone/>
              <a:defRPr sz="15641"/>
            </a:lvl7pPr>
            <a:lvl8pPr lvl="7" algn="ctr">
              <a:spcBef>
                <a:spcPts val="0"/>
              </a:spcBef>
              <a:spcAft>
                <a:spcPts val="0"/>
              </a:spcAft>
              <a:buSzPts val="15641"/>
              <a:buNone/>
              <a:defRPr sz="15641"/>
            </a:lvl8pPr>
            <a:lvl9pPr lvl="8" algn="ctr">
              <a:spcBef>
                <a:spcPts val="0"/>
              </a:spcBef>
              <a:spcAft>
                <a:spcPts val="0"/>
              </a:spcAft>
              <a:buSzPts val="15641"/>
              <a:buNone/>
              <a:defRPr sz="15641"/>
            </a:lvl9pPr>
          </a:lstStyle>
          <a:p/>
        </p:txBody>
      </p:sp>
      <p:sp>
        <p:nvSpPr>
          <p:cNvPr id="38" name="Google Shape;38;p9"/>
          <p:cNvSpPr txBox="1"/>
          <p:nvPr>
            <p:ph idx="1" type="subTitle"/>
          </p:nvPr>
        </p:nvSpPr>
        <p:spPr>
          <a:xfrm>
            <a:off x="637618" y="17853356"/>
            <a:ext cx="9714900" cy="7866600"/>
          </a:xfrm>
          <a:prstGeom prst="rect">
            <a:avLst/>
          </a:prstGeom>
        </p:spPr>
        <p:txBody>
          <a:bodyPr anchorCtr="0" anchor="t" bIns="340475" lIns="340475" spcFirstLastPara="1" rIns="340475" wrap="square" tIns="340475">
            <a:normAutofit/>
          </a:bodyPr>
          <a:lstStyle>
            <a:lvl1pPr lvl="0" algn="ctr">
              <a:lnSpc>
                <a:spcPct val="100000"/>
              </a:lnSpc>
              <a:spcBef>
                <a:spcPts val="0"/>
              </a:spcBef>
              <a:spcAft>
                <a:spcPts val="0"/>
              </a:spcAft>
              <a:buSzPts val="7821"/>
              <a:buNone/>
              <a:defRPr sz="7821"/>
            </a:lvl1pPr>
            <a:lvl2pPr lvl="1" algn="ctr">
              <a:lnSpc>
                <a:spcPct val="100000"/>
              </a:lnSpc>
              <a:spcBef>
                <a:spcPts val="0"/>
              </a:spcBef>
              <a:spcAft>
                <a:spcPts val="0"/>
              </a:spcAft>
              <a:buSzPts val="7821"/>
              <a:buNone/>
              <a:defRPr sz="7821"/>
            </a:lvl2pPr>
            <a:lvl3pPr lvl="2" algn="ctr">
              <a:lnSpc>
                <a:spcPct val="100000"/>
              </a:lnSpc>
              <a:spcBef>
                <a:spcPts val="0"/>
              </a:spcBef>
              <a:spcAft>
                <a:spcPts val="0"/>
              </a:spcAft>
              <a:buSzPts val="7821"/>
              <a:buNone/>
              <a:defRPr sz="7821"/>
            </a:lvl3pPr>
            <a:lvl4pPr lvl="3" algn="ctr">
              <a:lnSpc>
                <a:spcPct val="100000"/>
              </a:lnSpc>
              <a:spcBef>
                <a:spcPts val="0"/>
              </a:spcBef>
              <a:spcAft>
                <a:spcPts val="0"/>
              </a:spcAft>
              <a:buSzPts val="7821"/>
              <a:buNone/>
              <a:defRPr sz="7821"/>
            </a:lvl4pPr>
            <a:lvl5pPr lvl="4" algn="ctr">
              <a:lnSpc>
                <a:spcPct val="100000"/>
              </a:lnSpc>
              <a:spcBef>
                <a:spcPts val="0"/>
              </a:spcBef>
              <a:spcAft>
                <a:spcPts val="0"/>
              </a:spcAft>
              <a:buSzPts val="7821"/>
              <a:buNone/>
              <a:defRPr sz="7821"/>
            </a:lvl5pPr>
            <a:lvl6pPr lvl="5" algn="ctr">
              <a:lnSpc>
                <a:spcPct val="100000"/>
              </a:lnSpc>
              <a:spcBef>
                <a:spcPts val="0"/>
              </a:spcBef>
              <a:spcAft>
                <a:spcPts val="0"/>
              </a:spcAft>
              <a:buSzPts val="7821"/>
              <a:buNone/>
              <a:defRPr sz="7821"/>
            </a:lvl6pPr>
            <a:lvl7pPr lvl="6" algn="ctr">
              <a:lnSpc>
                <a:spcPct val="100000"/>
              </a:lnSpc>
              <a:spcBef>
                <a:spcPts val="0"/>
              </a:spcBef>
              <a:spcAft>
                <a:spcPts val="0"/>
              </a:spcAft>
              <a:buSzPts val="7821"/>
              <a:buNone/>
              <a:defRPr sz="7821"/>
            </a:lvl7pPr>
            <a:lvl8pPr lvl="7" algn="ctr">
              <a:lnSpc>
                <a:spcPct val="100000"/>
              </a:lnSpc>
              <a:spcBef>
                <a:spcPts val="0"/>
              </a:spcBef>
              <a:spcAft>
                <a:spcPts val="0"/>
              </a:spcAft>
              <a:buSzPts val="7821"/>
              <a:buNone/>
              <a:defRPr sz="7821"/>
            </a:lvl8pPr>
            <a:lvl9pPr lvl="8" algn="ctr">
              <a:lnSpc>
                <a:spcPct val="100000"/>
              </a:lnSpc>
              <a:spcBef>
                <a:spcPts val="0"/>
              </a:spcBef>
              <a:spcAft>
                <a:spcPts val="0"/>
              </a:spcAft>
              <a:buSzPts val="7821"/>
              <a:buNone/>
              <a:defRPr sz="7821"/>
            </a:lvl9pPr>
          </a:lstStyle>
          <a:p/>
        </p:txBody>
      </p:sp>
      <p:sp>
        <p:nvSpPr>
          <p:cNvPr id="39" name="Google Shape;39;p9"/>
          <p:cNvSpPr txBox="1"/>
          <p:nvPr>
            <p:ph idx="2" type="body"/>
          </p:nvPr>
        </p:nvSpPr>
        <p:spPr>
          <a:xfrm>
            <a:off x="11862579" y="4611781"/>
            <a:ext cx="9214800" cy="23534700"/>
          </a:xfrm>
          <a:prstGeom prst="rect">
            <a:avLst/>
          </a:prstGeom>
        </p:spPr>
        <p:txBody>
          <a:bodyPr anchorCtr="0" anchor="ctr" bIns="340475" lIns="340475" spcFirstLastPara="1" rIns="340475" wrap="square" tIns="340475">
            <a:normAutofit/>
          </a:bodyPr>
          <a:lstStyle>
            <a:lvl1pPr indent="-654267" lvl="0" marL="457200">
              <a:spcBef>
                <a:spcPts val="0"/>
              </a:spcBef>
              <a:spcAft>
                <a:spcPts val="0"/>
              </a:spcAft>
              <a:buSzPts val="6703"/>
              <a:buChar char="●"/>
              <a:defRPr sz="6703"/>
            </a:lvl1pPr>
            <a:lvl2pPr indent="-559674" lvl="1" marL="914400">
              <a:spcBef>
                <a:spcPts val="0"/>
              </a:spcBef>
              <a:spcAft>
                <a:spcPts val="0"/>
              </a:spcAft>
              <a:buSzPts val="5214"/>
              <a:buChar char="○"/>
              <a:defRPr sz="5214"/>
            </a:lvl2pPr>
            <a:lvl3pPr indent="-559674" lvl="2" marL="1371600">
              <a:spcBef>
                <a:spcPts val="0"/>
              </a:spcBef>
              <a:spcAft>
                <a:spcPts val="0"/>
              </a:spcAft>
              <a:buSzPts val="5214"/>
              <a:buChar char="■"/>
              <a:defRPr sz="5214"/>
            </a:lvl3pPr>
            <a:lvl4pPr indent="-559674" lvl="3" marL="1828800">
              <a:spcBef>
                <a:spcPts val="0"/>
              </a:spcBef>
              <a:spcAft>
                <a:spcPts val="0"/>
              </a:spcAft>
              <a:buSzPts val="5214"/>
              <a:buChar char="●"/>
              <a:defRPr sz="5214"/>
            </a:lvl4pPr>
            <a:lvl5pPr indent="-559674" lvl="4" marL="2286000">
              <a:spcBef>
                <a:spcPts val="0"/>
              </a:spcBef>
              <a:spcAft>
                <a:spcPts val="0"/>
              </a:spcAft>
              <a:buSzPts val="5214"/>
              <a:buChar char="○"/>
              <a:defRPr sz="5214"/>
            </a:lvl5pPr>
            <a:lvl6pPr indent="-559674" lvl="5" marL="2743200">
              <a:spcBef>
                <a:spcPts val="0"/>
              </a:spcBef>
              <a:spcAft>
                <a:spcPts val="0"/>
              </a:spcAft>
              <a:buSzPts val="5214"/>
              <a:buChar char="■"/>
              <a:defRPr sz="5214"/>
            </a:lvl6pPr>
            <a:lvl7pPr indent="-559674" lvl="6" marL="3200400">
              <a:spcBef>
                <a:spcPts val="0"/>
              </a:spcBef>
              <a:spcAft>
                <a:spcPts val="0"/>
              </a:spcAft>
              <a:buSzPts val="5214"/>
              <a:buChar char="●"/>
              <a:defRPr sz="5214"/>
            </a:lvl7pPr>
            <a:lvl8pPr indent="-559674" lvl="7" marL="3657600">
              <a:spcBef>
                <a:spcPts val="0"/>
              </a:spcBef>
              <a:spcAft>
                <a:spcPts val="0"/>
              </a:spcAft>
              <a:buSzPts val="5214"/>
              <a:buChar char="○"/>
              <a:defRPr sz="5214"/>
            </a:lvl8pPr>
            <a:lvl9pPr indent="-559674" lvl="8" marL="4114800">
              <a:spcBef>
                <a:spcPts val="0"/>
              </a:spcBef>
              <a:spcAft>
                <a:spcPts val="0"/>
              </a:spcAft>
              <a:buSzPts val="5214"/>
              <a:buChar char="■"/>
              <a:defRPr sz="5214"/>
            </a:lvl9pPr>
          </a:lstStyle>
          <a:p/>
        </p:txBody>
      </p:sp>
      <p:sp>
        <p:nvSpPr>
          <p:cNvPr id="40" name="Google Shape;40;p9"/>
          <p:cNvSpPr txBox="1"/>
          <p:nvPr>
            <p:ph idx="12" type="sldNum"/>
          </p:nvPr>
        </p:nvSpPr>
        <p:spPr>
          <a:xfrm>
            <a:off x="20347241" y="29700978"/>
            <a:ext cx="1317600" cy="2506800"/>
          </a:xfrm>
          <a:prstGeom prst="rect">
            <a:avLst/>
          </a:prstGeom>
        </p:spPr>
        <p:txBody>
          <a:bodyPr anchorCtr="0" anchor="ctr" bIns="340475" lIns="340475" spcFirstLastPara="1" rIns="340475" wrap="square" tIns="340475">
            <a:normAutofit/>
          </a:bodyPr>
          <a:lstStyle>
            <a:lvl1pPr lvl="0">
              <a:buNone/>
              <a:defRPr sz="3724"/>
            </a:lvl1pPr>
            <a:lvl2pPr lvl="1">
              <a:buNone/>
              <a:defRPr sz="3724"/>
            </a:lvl2pPr>
            <a:lvl3pPr lvl="2">
              <a:buNone/>
              <a:defRPr sz="3724"/>
            </a:lvl3pPr>
            <a:lvl4pPr lvl="3">
              <a:buNone/>
              <a:defRPr sz="3724"/>
            </a:lvl4pPr>
            <a:lvl5pPr lvl="4">
              <a:buNone/>
              <a:defRPr sz="3724"/>
            </a:lvl5pPr>
            <a:lvl6pPr lvl="5">
              <a:buNone/>
              <a:defRPr sz="3724"/>
            </a:lvl6pPr>
            <a:lvl7pPr lvl="6">
              <a:buNone/>
              <a:defRPr sz="3724"/>
            </a:lvl7pPr>
            <a:lvl8pPr lvl="7">
              <a:buNone/>
              <a:defRPr sz="3724"/>
            </a:lvl8pPr>
            <a:lvl9pPr lvl="8">
              <a:buNone/>
              <a:defRPr sz="372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748571" y="26945395"/>
            <a:ext cx="14406600" cy="3854100"/>
          </a:xfrm>
          <a:prstGeom prst="rect">
            <a:avLst/>
          </a:prstGeom>
        </p:spPr>
        <p:txBody>
          <a:bodyPr anchorCtr="0" anchor="ctr" bIns="340475" lIns="340475" spcFirstLastPara="1" rIns="340475" wrap="square" tIns="340475">
            <a:normAutofit/>
          </a:bodyPr>
          <a:lstStyle>
            <a:lvl1pPr indent="-228600" lvl="0" marL="457200">
              <a:lnSpc>
                <a:spcPct val="100000"/>
              </a:lnSpc>
              <a:spcBef>
                <a:spcPts val="0"/>
              </a:spcBef>
              <a:spcAft>
                <a:spcPts val="0"/>
              </a:spcAft>
              <a:buSzPts val="6703"/>
              <a:buNone/>
              <a:defRPr sz="6703"/>
            </a:lvl1pPr>
          </a:lstStyle>
          <a:p/>
        </p:txBody>
      </p:sp>
      <p:sp>
        <p:nvSpPr>
          <p:cNvPr id="43" name="Google Shape;43;p10"/>
          <p:cNvSpPr txBox="1"/>
          <p:nvPr>
            <p:ph idx="12" type="sldNum"/>
          </p:nvPr>
        </p:nvSpPr>
        <p:spPr>
          <a:xfrm>
            <a:off x="20347241" y="29700978"/>
            <a:ext cx="1317600" cy="2506800"/>
          </a:xfrm>
          <a:prstGeom prst="rect">
            <a:avLst/>
          </a:prstGeom>
        </p:spPr>
        <p:txBody>
          <a:bodyPr anchorCtr="0" anchor="ctr" bIns="340475" lIns="340475" spcFirstLastPara="1" rIns="340475" wrap="square" tIns="340475">
            <a:normAutofit/>
          </a:bodyPr>
          <a:lstStyle>
            <a:lvl1pPr lvl="0">
              <a:buNone/>
              <a:defRPr sz="3724"/>
            </a:lvl1pPr>
            <a:lvl2pPr lvl="1">
              <a:buNone/>
              <a:defRPr sz="3724"/>
            </a:lvl2pPr>
            <a:lvl3pPr lvl="2">
              <a:buNone/>
              <a:defRPr sz="3724"/>
            </a:lvl3pPr>
            <a:lvl4pPr lvl="3">
              <a:buNone/>
              <a:defRPr sz="3724"/>
            </a:lvl4pPr>
            <a:lvl5pPr lvl="4">
              <a:buNone/>
              <a:defRPr sz="3724"/>
            </a:lvl5pPr>
            <a:lvl6pPr lvl="5">
              <a:buNone/>
              <a:defRPr sz="3724"/>
            </a:lvl6pPr>
            <a:lvl7pPr lvl="6">
              <a:buNone/>
              <a:defRPr sz="3724"/>
            </a:lvl7pPr>
            <a:lvl8pPr lvl="7">
              <a:buNone/>
              <a:defRPr sz="3724"/>
            </a:lvl8pPr>
            <a:lvl9pPr lvl="8">
              <a:buNone/>
              <a:defRPr sz="372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748571" y="7045136"/>
            <a:ext cx="20463000" cy="12505800"/>
          </a:xfrm>
          <a:prstGeom prst="rect">
            <a:avLst/>
          </a:prstGeom>
        </p:spPr>
        <p:txBody>
          <a:bodyPr anchorCtr="0" anchor="b" bIns="340475" lIns="340475" spcFirstLastPara="1" rIns="340475" wrap="square" tIns="340475">
            <a:normAutofit/>
          </a:bodyPr>
          <a:lstStyle>
            <a:lvl1pPr lvl="0" algn="ctr">
              <a:spcBef>
                <a:spcPts val="0"/>
              </a:spcBef>
              <a:spcAft>
                <a:spcPts val="0"/>
              </a:spcAft>
              <a:buSzPts val="44689"/>
              <a:buNone/>
              <a:defRPr sz="44689"/>
            </a:lvl1pPr>
            <a:lvl2pPr lvl="1" algn="ctr">
              <a:spcBef>
                <a:spcPts val="0"/>
              </a:spcBef>
              <a:spcAft>
                <a:spcPts val="0"/>
              </a:spcAft>
              <a:buSzPts val="44689"/>
              <a:buNone/>
              <a:defRPr sz="44689"/>
            </a:lvl2pPr>
            <a:lvl3pPr lvl="2" algn="ctr">
              <a:spcBef>
                <a:spcPts val="0"/>
              </a:spcBef>
              <a:spcAft>
                <a:spcPts val="0"/>
              </a:spcAft>
              <a:buSzPts val="44689"/>
              <a:buNone/>
              <a:defRPr sz="44689"/>
            </a:lvl3pPr>
            <a:lvl4pPr lvl="3" algn="ctr">
              <a:spcBef>
                <a:spcPts val="0"/>
              </a:spcBef>
              <a:spcAft>
                <a:spcPts val="0"/>
              </a:spcAft>
              <a:buSzPts val="44689"/>
              <a:buNone/>
              <a:defRPr sz="44689"/>
            </a:lvl4pPr>
            <a:lvl5pPr lvl="4" algn="ctr">
              <a:spcBef>
                <a:spcPts val="0"/>
              </a:spcBef>
              <a:spcAft>
                <a:spcPts val="0"/>
              </a:spcAft>
              <a:buSzPts val="44689"/>
              <a:buNone/>
              <a:defRPr sz="44689"/>
            </a:lvl5pPr>
            <a:lvl6pPr lvl="5" algn="ctr">
              <a:spcBef>
                <a:spcPts val="0"/>
              </a:spcBef>
              <a:spcAft>
                <a:spcPts val="0"/>
              </a:spcAft>
              <a:buSzPts val="44689"/>
              <a:buNone/>
              <a:defRPr sz="44689"/>
            </a:lvl6pPr>
            <a:lvl7pPr lvl="6" algn="ctr">
              <a:spcBef>
                <a:spcPts val="0"/>
              </a:spcBef>
              <a:spcAft>
                <a:spcPts val="0"/>
              </a:spcAft>
              <a:buSzPts val="44689"/>
              <a:buNone/>
              <a:defRPr sz="44689"/>
            </a:lvl7pPr>
            <a:lvl8pPr lvl="7" algn="ctr">
              <a:spcBef>
                <a:spcPts val="0"/>
              </a:spcBef>
              <a:spcAft>
                <a:spcPts val="0"/>
              </a:spcAft>
              <a:buSzPts val="44689"/>
              <a:buNone/>
              <a:defRPr sz="44689"/>
            </a:lvl8pPr>
            <a:lvl9pPr lvl="8" algn="ctr">
              <a:spcBef>
                <a:spcPts val="0"/>
              </a:spcBef>
              <a:spcAft>
                <a:spcPts val="0"/>
              </a:spcAft>
              <a:buSzPts val="44689"/>
              <a:buNone/>
              <a:defRPr sz="44689"/>
            </a:lvl9pPr>
          </a:lstStyle>
          <a:p>
            <a:r>
              <a:t>xx%</a:t>
            </a:r>
          </a:p>
        </p:txBody>
      </p:sp>
      <p:sp>
        <p:nvSpPr>
          <p:cNvPr id="46" name="Google Shape;46;p11"/>
          <p:cNvSpPr txBox="1"/>
          <p:nvPr>
            <p:ph idx="1" type="body"/>
          </p:nvPr>
        </p:nvSpPr>
        <p:spPr>
          <a:xfrm>
            <a:off x="748571" y="20077164"/>
            <a:ext cx="20463000" cy="8285100"/>
          </a:xfrm>
          <a:prstGeom prst="rect">
            <a:avLst/>
          </a:prstGeom>
        </p:spPr>
        <p:txBody>
          <a:bodyPr anchorCtr="0" anchor="t" bIns="340475" lIns="340475" spcFirstLastPara="1" rIns="340475" wrap="square" tIns="340475">
            <a:normAutofit/>
          </a:bodyPr>
          <a:lstStyle>
            <a:lvl1pPr indent="-654267" lvl="0" marL="457200" algn="ctr">
              <a:spcBef>
                <a:spcPts val="0"/>
              </a:spcBef>
              <a:spcAft>
                <a:spcPts val="0"/>
              </a:spcAft>
              <a:buSzPts val="6703"/>
              <a:buChar char="●"/>
              <a:defRPr sz="6703"/>
            </a:lvl1pPr>
            <a:lvl2pPr indent="-559674" lvl="1" marL="914400" algn="ctr">
              <a:spcBef>
                <a:spcPts val="0"/>
              </a:spcBef>
              <a:spcAft>
                <a:spcPts val="0"/>
              </a:spcAft>
              <a:buSzPts val="5214"/>
              <a:buChar char="○"/>
              <a:defRPr sz="5214"/>
            </a:lvl2pPr>
            <a:lvl3pPr indent="-559674" lvl="2" marL="1371600" algn="ctr">
              <a:spcBef>
                <a:spcPts val="0"/>
              </a:spcBef>
              <a:spcAft>
                <a:spcPts val="0"/>
              </a:spcAft>
              <a:buSzPts val="5214"/>
              <a:buChar char="■"/>
              <a:defRPr sz="5214"/>
            </a:lvl3pPr>
            <a:lvl4pPr indent="-559674" lvl="3" marL="1828800" algn="ctr">
              <a:spcBef>
                <a:spcPts val="0"/>
              </a:spcBef>
              <a:spcAft>
                <a:spcPts val="0"/>
              </a:spcAft>
              <a:buSzPts val="5214"/>
              <a:buChar char="●"/>
              <a:defRPr sz="5214"/>
            </a:lvl4pPr>
            <a:lvl5pPr indent="-559674" lvl="4" marL="2286000" algn="ctr">
              <a:spcBef>
                <a:spcPts val="0"/>
              </a:spcBef>
              <a:spcAft>
                <a:spcPts val="0"/>
              </a:spcAft>
              <a:buSzPts val="5214"/>
              <a:buChar char="○"/>
              <a:defRPr sz="5214"/>
            </a:lvl5pPr>
            <a:lvl6pPr indent="-559674" lvl="5" marL="2743200" algn="ctr">
              <a:spcBef>
                <a:spcPts val="0"/>
              </a:spcBef>
              <a:spcAft>
                <a:spcPts val="0"/>
              </a:spcAft>
              <a:buSzPts val="5214"/>
              <a:buChar char="■"/>
              <a:defRPr sz="5214"/>
            </a:lvl6pPr>
            <a:lvl7pPr indent="-559674" lvl="6" marL="3200400" algn="ctr">
              <a:spcBef>
                <a:spcPts val="0"/>
              </a:spcBef>
              <a:spcAft>
                <a:spcPts val="0"/>
              </a:spcAft>
              <a:buSzPts val="5214"/>
              <a:buChar char="●"/>
              <a:defRPr sz="5214"/>
            </a:lvl7pPr>
            <a:lvl8pPr indent="-559674" lvl="7" marL="3657600" algn="ctr">
              <a:spcBef>
                <a:spcPts val="0"/>
              </a:spcBef>
              <a:spcAft>
                <a:spcPts val="0"/>
              </a:spcAft>
              <a:buSzPts val="5214"/>
              <a:buChar char="○"/>
              <a:defRPr sz="5214"/>
            </a:lvl8pPr>
            <a:lvl9pPr indent="-559674" lvl="8" marL="4114800" algn="ctr">
              <a:spcBef>
                <a:spcPts val="0"/>
              </a:spcBef>
              <a:spcAft>
                <a:spcPts val="0"/>
              </a:spcAft>
              <a:buSzPts val="5214"/>
              <a:buChar char="■"/>
              <a:defRPr sz="5214"/>
            </a:lvl9pPr>
          </a:lstStyle>
          <a:p/>
        </p:txBody>
      </p:sp>
      <p:sp>
        <p:nvSpPr>
          <p:cNvPr id="47" name="Google Shape;47;p11"/>
          <p:cNvSpPr txBox="1"/>
          <p:nvPr>
            <p:ph idx="12" type="sldNum"/>
          </p:nvPr>
        </p:nvSpPr>
        <p:spPr>
          <a:xfrm>
            <a:off x="20347241" y="29700978"/>
            <a:ext cx="1317600" cy="2506800"/>
          </a:xfrm>
          <a:prstGeom prst="rect">
            <a:avLst/>
          </a:prstGeom>
        </p:spPr>
        <p:txBody>
          <a:bodyPr anchorCtr="0" anchor="ctr" bIns="340475" lIns="340475" spcFirstLastPara="1" rIns="340475" wrap="square" tIns="340475">
            <a:normAutofit/>
          </a:bodyPr>
          <a:lstStyle>
            <a:lvl1pPr lvl="0">
              <a:buNone/>
              <a:defRPr sz="3724"/>
            </a:lvl1pPr>
            <a:lvl2pPr lvl="1">
              <a:buNone/>
              <a:defRPr sz="3724"/>
            </a:lvl2pPr>
            <a:lvl3pPr lvl="2">
              <a:buNone/>
              <a:defRPr sz="3724"/>
            </a:lvl3pPr>
            <a:lvl4pPr lvl="3">
              <a:buNone/>
              <a:defRPr sz="3724"/>
            </a:lvl4pPr>
            <a:lvl5pPr lvl="4">
              <a:buNone/>
              <a:defRPr sz="3724"/>
            </a:lvl5pPr>
            <a:lvl6pPr lvl="5">
              <a:buNone/>
              <a:defRPr sz="3724"/>
            </a:lvl6pPr>
            <a:lvl7pPr lvl="6">
              <a:buNone/>
              <a:defRPr sz="3724"/>
            </a:lvl7pPr>
            <a:lvl8pPr lvl="7">
              <a:buNone/>
              <a:defRPr sz="3724"/>
            </a:lvl8pPr>
            <a:lvl9pPr lvl="8">
              <a:buNone/>
              <a:defRPr sz="372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20347241" y="29700978"/>
            <a:ext cx="1317600" cy="2506800"/>
          </a:xfrm>
          <a:prstGeom prst="rect">
            <a:avLst/>
          </a:prstGeom>
        </p:spPr>
        <p:txBody>
          <a:bodyPr anchorCtr="0" anchor="ctr" bIns="340475" lIns="340475" spcFirstLastPara="1" rIns="340475" wrap="square" tIns="340475">
            <a:normAutofit/>
          </a:bodyPr>
          <a:lstStyle>
            <a:lvl1pPr lvl="0">
              <a:buNone/>
              <a:defRPr sz="3724"/>
            </a:lvl1pPr>
            <a:lvl2pPr lvl="1">
              <a:buNone/>
              <a:defRPr sz="3724"/>
            </a:lvl2pPr>
            <a:lvl3pPr lvl="2">
              <a:buNone/>
              <a:defRPr sz="3724"/>
            </a:lvl3pPr>
            <a:lvl4pPr lvl="3">
              <a:buNone/>
              <a:defRPr sz="3724"/>
            </a:lvl4pPr>
            <a:lvl5pPr lvl="4">
              <a:buNone/>
              <a:defRPr sz="3724"/>
            </a:lvl5pPr>
            <a:lvl6pPr lvl="5">
              <a:buNone/>
              <a:defRPr sz="3724"/>
            </a:lvl6pPr>
            <a:lvl7pPr lvl="6">
              <a:buNone/>
              <a:defRPr sz="3724"/>
            </a:lvl7pPr>
            <a:lvl8pPr lvl="7">
              <a:buNone/>
              <a:defRPr sz="3724"/>
            </a:lvl8pPr>
            <a:lvl9pPr lvl="8">
              <a:buNone/>
              <a:defRPr sz="3724"/>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48571" y="2834455"/>
            <a:ext cx="20463000" cy="3647700"/>
          </a:xfrm>
          <a:prstGeom prst="rect">
            <a:avLst/>
          </a:prstGeom>
          <a:noFill/>
          <a:ln>
            <a:noFill/>
          </a:ln>
        </p:spPr>
        <p:txBody>
          <a:bodyPr anchorCtr="0" anchor="t" bIns="340475" lIns="340475" spcFirstLastPara="1" rIns="340475" wrap="square" tIns="340475">
            <a:normAutofit/>
          </a:bodyPr>
          <a:lstStyle>
            <a:lvl1pPr lvl="0">
              <a:spcBef>
                <a:spcPts val="0"/>
              </a:spcBef>
              <a:spcAft>
                <a:spcPts val="0"/>
              </a:spcAft>
              <a:buClr>
                <a:schemeClr val="dk1"/>
              </a:buClr>
              <a:buSzPts val="10428"/>
              <a:buNone/>
              <a:defRPr sz="10428">
                <a:solidFill>
                  <a:schemeClr val="dk1"/>
                </a:solidFill>
              </a:defRPr>
            </a:lvl1pPr>
            <a:lvl2pPr lvl="1">
              <a:spcBef>
                <a:spcPts val="0"/>
              </a:spcBef>
              <a:spcAft>
                <a:spcPts val="0"/>
              </a:spcAft>
              <a:buClr>
                <a:schemeClr val="dk1"/>
              </a:buClr>
              <a:buSzPts val="10428"/>
              <a:buNone/>
              <a:defRPr sz="10428">
                <a:solidFill>
                  <a:schemeClr val="dk1"/>
                </a:solidFill>
              </a:defRPr>
            </a:lvl2pPr>
            <a:lvl3pPr lvl="2">
              <a:spcBef>
                <a:spcPts val="0"/>
              </a:spcBef>
              <a:spcAft>
                <a:spcPts val="0"/>
              </a:spcAft>
              <a:buClr>
                <a:schemeClr val="dk1"/>
              </a:buClr>
              <a:buSzPts val="10428"/>
              <a:buNone/>
              <a:defRPr sz="10428">
                <a:solidFill>
                  <a:schemeClr val="dk1"/>
                </a:solidFill>
              </a:defRPr>
            </a:lvl3pPr>
            <a:lvl4pPr lvl="3">
              <a:spcBef>
                <a:spcPts val="0"/>
              </a:spcBef>
              <a:spcAft>
                <a:spcPts val="0"/>
              </a:spcAft>
              <a:buClr>
                <a:schemeClr val="dk1"/>
              </a:buClr>
              <a:buSzPts val="10428"/>
              <a:buNone/>
              <a:defRPr sz="10428">
                <a:solidFill>
                  <a:schemeClr val="dk1"/>
                </a:solidFill>
              </a:defRPr>
            </a:lvl4pPr>
            <a:lvl5pPr lvl="4">
              <a:spcBef>
                <a:spcPts val="0"/>
              </a:spcBef>
              <a:spcAft>
                <a:spcPts val="0"/>
              </a:spcAft>
              <a:buClr>
                <a:schemeClr val="dk1"/>
              </a:buClr>
              <a:buSzPts val="10428"/>
              <a:buNone/>
              <a:defRPr sz="10428">
                <a:solidFill>
                  <a:schemeClr val="dk1"/>
                </a:solidFill>
              </a:defRPr>
            </a:lvl5pPr>
            <a:lvl6pPr lvl="5">
              <a:spcBef>
                <a:spcPts val="0"/>
              </a:spcBef>
              <a:spcAft>
                <a:spcPts val="0"/>
              </a:spcAft>
              <a:buClr>
                <a:schemeClr val="dk1"/>
              </a:buClr>
              <a:buSzPts val="10428"/>
              <a:buNone/>
              <a:defRPr sz="10428">
                <a:solidFill>
                  <a:schemeClr val="dk1"/>
                </a:solidFill>
              </a:defRPr>
            </a:lvl6pPr>
            <a:lvl7pPr lvl="6">
              <a:spcBef>
                <a:spcPts val="0"/>
              </a:spcBef>
              <a:spcAft>
                <a:spcPts val="0"/>
              </a:spcAft>
              <a:buClr>
                <a:schemeClr val="dk1"/>
              </a:buClr>
              <a:buSzPts val="10428"/>
              <a:buNone/>
              <a:defRPr sz="10428">
                <a:solidFill>
                  <a:schemeClr val="dk1"/>
                </a:solidFill>
              </a:defRPr>
            </a:lvl7pPr>
            <a:lvl8pPr lvl="7">
              <a:spcBef>
                <a:spcPts val="0"/>
              </a:spcBef>
              <a:spcAft>
                <a:spcPts val="0"/>
              </a:spcAft>
              <a:buClr>
                <a:schemeClr val="dk1"/>
              </a:buClr>
              <a:buSzPts val="10428"/>
              <a:buNone/>
              <a:defRPr sz="10428">
                <a:solidFill>
                  <a:schemeClr val="dk1"/>
                </a:solidFill>
              </a:defRPr>
            </a:lvl8pPr>
            <a:lvl9pPr lvl="8">
              <a:spcBef>
                <a:spcPts val="0"/>
              </a:spcBef>
              <a:spcAft>
                <a:spcPts val="0"/>
              </a:spcAft>
              <a:buClr>
                <a:schemeClr val="dk1"/>
              </a:buClr>
              <a:buSzPts val="10428"/>
              <a:buNone/>
              <a:defRPr sz="10428">
                <a:solidFill>
                  <a:schemeClr val="dk1"/>
                </a:solidFill>
              </a:defRPr>
            </a:lvl9pPr>
          </a:lstStyle>
          <a:p/>
        </p:txBody>
      </p:sp>
      <p:sp>
        <p:nvSpPr>
          <p:cNvPr id="7" name="Google Shape;7;p1"/>
          <p:cNvSpPr txBox="1"/>
          <p:nvPr>
            <p:ph idx="1" type="body"/>
          </p:nvPr>
        </p:nvSpPr>
        <p:spPr>
          <a:xfrm>
            <a:off x="748571" y="7340348"/>
            <a:ext cx="20463000" cy="21759600"/>
          </a:xfrm>
          <a:prstGeom prst="rect">
            <a:avLst/>
          </a:prstGeom>
          <a:noFill/>
          <a:ln>
            <a:noFill/>
          </a:ln>
        </p:spPr>
        <p:txBody>
          <a:bodyPr anchorCtr="0" anchor="t" bIns="340475" lIns="340475" spcFirstLastPara="1" rIns="340475" wrap="square" tIns="340475">
            <a:normAutofit/>
          </a:bodyPr>
          <a:lstStyle>
            <a:lvl1pPr indent="-654267" lvl="0" marL="457200">
              <a:lnSpc>
                <a:spcPct val="115000"/>
              </a:lnSpc>
              <a:spcBef>
                <a:spcPts val="0"/>
              </a:spcBef>
              <a:spcAft>
                <a:spcPts val="0"/>
              </a:spcAft>
              <a:buClr>
                <a:schemeClr val="dk2"/>
              </a:buClr>
              <a:buSzPts val="6703"/>
              <a:buChar char="●"/>
              <a:defRPr sz="6703">
                <a:solidFill>
                  <a:schemeClr val="dk2"/>
                </a:solidFill>
              </a:defRPr>
            </a:lvl1pPr>
            <a:lvl2pPr indent="-559674" lvl="1" marL="914400">
              <a:lnSpc>
                <a:spcPct val="115000"/>
              </a:lnSpc>
              <a:spcBef>
                <a:spcPts val="0"/>
              </a:spcBef>
              <a:spcAft>
                <a:spcPts val="0"/>
              </a:spcAft>
              <a:buClr>
                <a:schemeClr val="dk2"/>
              </a:buClr>
              <a:buSzPts val="5214"/>
              <a:buChar char="○"/>
              <a:defRPr sz="5214">
                <a:solidFill>
                  <a:schemeClr val="dk2"/>
                </a:solidFill>
              </a:defRPr>
            </a:lvl2pPr>
            <a:lvl3pPr indent="-559674" lvl="2" marL="1371600">
              <a:lnSpc>
                <a:spcPct val="115000"/>
              </a:lnSpc>
              <a:spcBef>
                <a:spcPts val="0"/>
              </a:spcBef>
              <a:spcAft>
                <a:spcPts val="0"/>
              </a:spcAft>
              <a:buClr>
                <a:schemeClr val="dk2"/>
              </a:buClr>
              <a:buSzPts val="5214"/>
              <a:buChar char="■"/>
              <a:defRPr sz="5214">
                <a:solidFill>
                  <a:schemeClr val="dk2"/>
                </a:solidFill>
              </a:defRPr>
            </a:lvl3pPr>
            <a:lvl4pPr indent="-559674" lvl="3" marL="1828800">
              <a:lnSpc>
                <a:spcPct val="115000"/>
              </a:lnSpc>
              <a:spcBef>
                <a:spcPts val="0"/>
              </a:spcBef>
              <a:spcAft>
                <a:spcPts val="0"/>
              </a:spcAft>
              <a:buClr>
                <a:schemeClr val="dk2"/>
              </a:buClr>
              <a:buSzPts val="5214"/>
              <a:buChar char="●"/>
              <a:defRPr sz="5214">
                <a:solidFill>
                  <a:schemeClr val="dk2"/>
                </a:solidFill>
              </a:defRPr>
            </a:lvl4pPr>
            <a:lvl5pPr indent="-559674" lvl="4" marL="2286000">
              <a:lnSpc>
                <a:spcPct val="115000"/>
              </a:lnSpc>
              <a:spcBef>
                <a:spcPts val="0"/>
              </a:spcBef>
              <a:spcAft>
                <a:spcPts val="0"/>
              </a:spcAft>
              <a:buClr>
                <a:schemeClr val="dk2"/>
              </a:buClr>
              <a:buSzPts val="5214"/>
              <a:buChar char="○"/>
              <a:defRPr sz="5214">
                <a:solidFill>
                  <a:schemeClr val="dk2"/>
                </a:solidFill>
              </a:defRPr>
            </a:lvl5pPr>
            <a:lvl6pPr indent="-559674" lvl="5" marL="2743200">
              <a:lnSpc>
                <a:spcPct val="115000"/>
              </a:lnSpc>
              <a:spcBef>
                <a:spcPts val="0"/>
              </a:spcBef>
              <a:spcAft>
                <a:spcPts val="0"/>
              </a:spcAft>
              <a:buClr>
                <a:schemeClr val="dk2"/>
              </a:buClr>
              <a:buSzPts val="5214"/>
              <a:buChar char="■"/>
              <a:defRPr sz="5214">
                <a:solidFill>
                  <a:schemeClr val="dk2"/>
                </a:solidFill>
              </a:defRPr>
            </a:lvl6pPr>
            <a:lvl7pPr indent="-559674" lvl="6" marL="3200400">
              <a:lnSpc>
                <a:spcPct val="115000"/>
              </a:lnSpc>
              <a:spcBef>
                <a:spcPts val="0"/>
              </a:spcBef>
              <a:spcAft>
                <a:spcPts val="0"/>
              </a:spcAft>
              <a:buClr>
                <a:schemeClr val="dk2"/>
              </a:buClr>
              <a:buSzPts val="5214"/>
              <a:buChar char="●"/>
              <a:defRPr sz="5214">
                <a:solidFill>
                  <a:schemeClr val="dk2"/>
                </a:solidFill>
              </a:defRPr>
            </a:lvl7pPr>
            <a:lvl8pPr indent="-559674" lvl="7" marL="3657600">
              <a:lnSpc>
                <a:spcPct val="115000"/>
              </a:lnSpc>
              <a:spcBef>
                <a:spcPts val="0"/>
              </a:spcBef>
              <a:spcAft>
                <a:spcPts val="0"/>
              </a:spcAft>
              <a:buClr>
                <a:schemeClr val="dk2"/>
              </a:buClr>
              <a:buSzPts val="5214"/>
              <a:buChar char="○"/>
              <a:defRPr sz="5214">
                <a:solidFill>
                  <a:schemeClr val="dk2"/>
                </a:solidFill>
              </a:defRPr>
            </a:lvl8pPr>
            <a:lvl9pPr indent="-559674" lvl="8" marL="4114800">
              <a:lnSpc>
                <a:spcPct val="115000"/>
              </a:lnSpc>
              <a:spcBef>
                <a:spcPts val="0"/>
              </a:spcBef>
              <a:spcAft>
                <a:spcPts val="0"/>
              </a:spcAft>
              <a:buClr>
                <a:schemeClr val="dk2"/>
              </a:buClr>
              <a:buSzPts val="5214"/>
              <a:buChar char="■"/>
              <a:defRPr sz="5214">
                <a:solidFill>
                  <a:schemeClr val="dk2"/>
                </a:solidFill>
              </a:defRPr>
            </a:lvl9pPr>
          </a:lstStyle>
          <a:p/>
        </p:txBody>
      </p:sp>
      <p:sp>
        <p:nvSpPr>
          <p:cNvPr id="8" name="Google Shape;8;p1"/>
          <p:cNvSpPr txBox="1"/>
          <p:nvPr>
            <p:ph idx="12" type="sldNum"/>
          </p:nvPr>
        </p:nvSpPr>
        <p:spPr>
          <a:xfrm>
            <a:off x="20347241" y="29700978"/>
            <a:ext cx="1317600" cy="2506800"/>
          </a:xfrm>
          <a:prstGeom prst="rect">
            <a:avLst/>
          </a:prstGeom>
          <a:noFill/>
          <a:ln>
            <a:noFill/>
          </a:ln>
        </p:spPr>
        <p:txBody>
          <a:bodyPr anchorCtr="0" anchor="ctr" bIns="340475" lIns="340475" spcFirstLastPara="1" rIns="340475" wrap="square" tIns="340475">
            <a:normAutofit/>
          </a:bodyPr>
          <a:lstStyle>
            <a:lvl1pPr lvl="0" algn="r">
              <a:buNone/>
              <a:defRPr sz="3724">
                <a:solidFill>
                  <a:schemeClr val="dk2"/>
                </a:solidFill>
              </a:defRPr>
            </a:lvl1pPr>
            <a:lvl2pPr lvl="1" algn="r">
              <a:buNone/>
              <a:defRPr sz="3724">
                <a:solidFill>
                  <a:schemeClr val="dk2"/>
                </a:solidFill>
              </a:defRPr>
            </a:lvl2pPr>
            <a:lvl3pPr lvl="2" algn="r">
              <a:buNone/>
              <a:defRPr sz="3724">
                <a:solidFill>
                  <a:schemeClr val="dk2"/>
                </a:solidFill>
              </a:defRPr>
            </a:lvl3pPr>
            <a:lvl4pPr lvl="3" algn="r">
              <a:buNone/>
              <a:defRPr sz="3724">
                <a:solidFill>
                  <a:schemeClr val="dk2"/>
                </a:solidFill>
              </a:defRPr>
            </a:lvl4pPr>
            <a:lvl5pPr lvl="4" algn="r">
              <a:buNone/>
              <a:defRPr sz="3724">
                <a:solidFill>
                  <a:schemeClr val="dk2"/>
                </a:solidFill>
              </a:defRPr>
            </a:lvl5pPr>
            <a:lvl6pPr lvl="5" algn="r">
              <a:buNone/>
              <a:defRPr sz="3724">
                <a:solidFill>
                  <a:schemeClr val="dk2"/>
                </a:solidFill>
              </a:defRPr>
            </a:lvl6pPr>
            <a:lvl7pPr lvl="6" algn="r">
              <a:buNone/>
              <a:defRPr sz="3724">
                <a:solidFill>
                  <a:schemeClr val="dk2"/>
                </a:solidFill>
              </a:defRPr>
            </a:lvl7pPr>
            <a:lvl8pPr lvl="7" algn="r">
              <a:buNone/>
              <a:defRPr sz="3724">
                <a:solidFill>
                  <a:schemeClr val="dk2"/>
                </a:solidFill>
              </a:defRPr>
            </a:lvl8pPr>
            <a:lvl9pPr lvl="8" algn="r">
              <a:buNone/>
              <a:defRPr sz="3724">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1.png"/><Relationship Id="rId7" Type="http://schemas.openxmlformats.org/officeDocument/2006/relationships/image" Target="../media/image6.png"/><Relationship Id="rId8"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AF5"/>
        </a:solidFill>
      </p:bgPr>
    </p:bg>
    <p:spTree>
      <p:nvGrpSpPr>
        <p:cNvPr id="53" name="Shape 53"/>
        <p:cNvGrpSpPr/>
        <p:nvPr/>
      </p:nvGrpSpPr>
      <p:grpSpPr>
        <a:xfrm>
          <a:off x="0" y="0"/>
          <a:ext cx="0" cy="0"/>
          <a:chOff x="0" y="0"/>
          <a:chExt cx="0" cy="0"/>
        </a:xfrm>
      </p:grpSpPr>
      <p:sp>
        <p:nvSpPr>
          <p:cNvPr id="54" name="Google Shape;54;p13"/>
          <p:cNvSpPr/>
          <p:nvPr/>
        </p:nvSpPr>
        <p:spPr>
          <a:xfrm>
            <a:off x="481425" y="413775"/>
            <a:ext cx="20934000" cy="31797900"/>
          </a:xfrm>
          <a:prstGeom prst="rect">
            <a:avLst/>
          </a:prstGeom>
          <a:noFill/>
          <a:ln cap="flat" cmpd="sng" w="38100">
            <a:solidFill>
              <a:srgbClr val="11141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 name="Google Shape;55;p13"/>
          <p:cNvSpPr txBox="1"/>
          <p:nvPr/>
        </p:nvSpPr>
        <p:spPr>
          <a:xfrm>
            <a:off x="11861075" y="25888450"/>
            <a:ext cx="9059100" cy="1416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i="1" lang="en" sz="2000">
                <a:solidFill>
                  <a:srgbClr val="111416"/>
                </a:solidFill>
                <a:latin typeface="Space Grotesk"/>
                <a:ea typeface="Space Grotesk"/>
                <a:cs typeface="Space Grotesk"/>
                <a:sym typeface="Space Grotesk"/>
              </a:rPr>
              <a:t>Distribution of experiment categories across 5 independent SENPAI campaigns training a CFD surrogate on TandemFoilset-Balanced. Some experiments were</a:t>
            </a:r>
            <a:r>
              <a:rPr i="1" lang="en" sz="2000">
                <a:solidFill>
                  <a:srgbClr val="111416"/>
                </a:solidFill>
                <a:latin typeface="Space Grotesk"/>
                <a:ea typeface="Space Grotesk"/>
                <a:cs typeface="Space Grotesk"/>
                <a:sym typeface="Space Grotesk"/>
              </a:rPr>
              <a:t> open at cutoff due to an enforced 12 hour trial timeout.</a:t>
            </a:r>
            <a:endParaRPr i="1" sz="6000">
              <a:solidFill>
                <a:srgbClr val="111416"/>
              </a:solidFill>
              <a:latin typeface="Space Grotesk"/>
              <a:ea typeface="Space Grotesk"/>
              <a:cs typeface="Space Grotesk"/>
              <a:sym typeface="Space Grotesk"/>
            </a:endParaRPr>
          </a:p>
        </p:txBody>
      </p:sp>
      <p:sp>
        <p:nvSpPr>
          <p:cNvPr id="56" name="Google Shape;56;p13"/>
          <p:cNvSpPr txBox="1"/>
          <p:nvPr/>
        </p:nvSpPr>
        <p:spPr>
          <a:xfrm>
            <a:off x="1033175" y="19912325"/>
            <a:ext cx="10286100" cy="1186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4500">
                <a:solidFill>
                  <a:srgbClr val="006D77"/>
                </a:solidFill>
                <a:latin typeface="Space Grotesk"/>
                <a:ea typeface="Space Grotesk"/>
                <a:cs typeface="Space Grotesk"/>
                <a:sym typeface="Space Grotesk"/>
              </a:rPr>
              <a:t>Long-Running Failure Modes</a:t>
            </a:r>
            <a:endParaRPr b="1" sz="4500">
              <a:solidFill>
                <a:srgbClr val="006D77"/>
              </a:solidFill>
              <a:latin typeface="Space Grotesk"/>
              <a:ea typeface="Space Grotesk"/>
              <a:cs typeface="Space Grotesk"/>
              <a:sym typeface="Space Grotesk"/>
            </a:endParaRPr>
          </a:p>
          <a:p>
            <a:pPr indent="0" lvl="0" marL="0" rtl="0" algn="just">
              <a:lnSpc>
                <a:spcPct val="115000"/>
              </a:lnSpc>
              <a:spcBef>
                <a:spcPts val="0"/>
              </a:spcBef>
              <a:spcAft>
                <a:spcPts val="0"/>
              </a:spcAft>
              <a:buNone/>
            </a:pPr>
            <a:r>
              <a:rPr b="1" lang="en" sz="2000">
                <a:solidFill>
                  <a:srgbClr val="111416"/>
                </a:solidFill>
                <a:latin typeface="Space Grotesk"/>
                <a:ea typeface="Space Grotesk"/>
                <a:cs typeface="Space Grotesk"/>
                <a:sym typeface="Space Grotesk"/>
              </a:rPr>
              <a:t>Observed failures: Scientific reasoning is not the bottleneck</a:t>
            </a:r>
            <a:endParaRPr b="1" sz="2000">
              <a:solidFill>
                <a:srgbClr val="111416"/>
              </a:solidFill>
              <a:latin typeface="Space Grotesk"/>
              <a:ea typeface="Space Grotesk"/>
              <a:cs typeface="Space Grotesk"/>
              <a:sym typeface="Space Grotesk"/>
            </a:endParaRPr>
          </a:p>
          <a:p>
            <a:pPr indent="0" lvl="0" marL="0" rtl="0" algn="just">
              <a:lnSpc>
                <a:spcPct val="115000"/>
              </a:lnSpc>
              <a:spcBef>
                <a:spcPts val="0"/>
              </a:spcBef>
              <a:spcAft>
                <a:spcPts val="0"/>
              </a:spcAft>
              <a:buNone/>
            </a:pPr>
            <a:r>
              <a:rPr lang="en" sz="2000">
                <a:solidFill>
                  <a:srgbClr val="111416"/>
                </a:solidFill>
                <a:latin typeface="Space Grotesk"/>
                <a:ea typeface="Space Grotesk"/>
                <a:cs typeface="Space Grotesk"/>
                <a:sym typeface="Space Grotesk"/>
              </a:rPr>
              <a:t>SENPAI’s most common failures were harness-engineering failures: monitoring long-running jobs, recovering across compaction or restarts, enforcing brittle tool interfaces, and reconciling PR state with experiment-tracker state. They were </a:t>
            </a:r>
            <a:r>
              <a:rPr b="1" lang="en" sz="2000">
                <a:solidFill>
                  <a:srgbClr val="111416"/>
                </a:solidFill>
                <a:latin typeface="Space Grotesk"/>
                <a:ea typeface="Space Grotesk"/>
                <a:cs typeface="Space Grotesk"/>
                <a:sym typeface="Space Grotesk"/>
              </a:rPr>
              <a:t>less often failures of scientific reasoning.</a:t>
            </a:r>
            <a:r>
              <a:rPr lang="en" sz="2000">
                <a:solidFill>
                  <a:srgbClr val="111416"/>
                </a:solidFill>
                <a:latin typeface="Space Grotesk"/>
                <a:ea typeface="Space Grotesk"/>
                <a:cs typeface="Space Grotesk"/>
                <a:sym typeface="Space Grotesk"/>
              </a:rPr>
              <a:t> This distinction matters because it suggests that improving autonomous research systems requires better observable infrastructure, not only stronger prompts or more capable models.</a:t>
            </a:r>
            <a:endParaRPr sz="2000">
              <a:solidFill>
                <a:srgbClr val="111416"/>
              </a:solidFill>
              <a:latin typeface="Space Grotesk"/>
              <a:ea typeface="Space Grotesk"/>
              <a:cs typeface="Space Grotesk"/>
              <a:sym typeface="Space Grotesk"/>
            </a:endParaRPr>
          </a:p>
          <a:p>
            <a:pPr indent="0" lvl="0" marL="0" rtl="0" algn="just">
              <a:spcBef>
                <a:spcPts val="0"/>
              </a:spcBef>
              <a:spcAft>
                <a:spcPts val="0"/>
              </a:spcAft>
              <a:buNone/>
            </a:pPr>
            <a:r>
              <a:t/>
            </a:r>
            <a:endParaRPr b="1" sz="2000">
              <a:solidFill>
                <a:srgbClr val="111416"/>
              </a:solidFill>
              <a:latin typeface="Space Grotesk"/>
              <a:ea typeface="Space Grotesk"/>
              <a:cs typeface="Space Grotesk"/>
              <a:sym typeface="Space Grotesk"/>
            </a:endParaRPr>
          </a:p>
          <a:p>
            <a:pPr indent="0" lvl="0" marL="0" rtl="0" algn="just">
              <a:lnSpc>
                <a:spcPct val="115000"/>
              </a:lnSpc>
              <a:spcBef>
                <a:spcPts val="0"/>
              </a:spcBef>
              <a:spcAft>
                <a:spcPts val="0"/>
              </a:spcAft>
              <a:buNone/>
            </a:pPr>
            <a:r>
              <a:rPr b="1" lang="en" sz="2000">
                <a:solidFill>
                  <a:srgbClr val="111416"/>
                </a:solidFill>
                <a:latin typeface="Space Grotesk"/>
                <a:ea typeface="Space Grotesk"/>
                <a:cs typeface="Space Grotesk"/>
                <a:sym typeface="Space Grotesk"/>
              </a:rPr>
              <a:t>Monitor Bloat: Naive experiment monitoring is expensive for agents</a:t>
            </a:r>
            <a:endParaRPr b="1" sz="2000">
              <a:solidFill>
                <a:srgbClr val="111416"/>
              </a:solidFill>
              <a:latin typeface="Space Grotesk"/>
              <a:ea typeface="Space Grotesk"/>
              <a:cs typeface="Space Grotesk"/>
              <a:sym typeface="Space Grotesk"/>
            </a:endParaRPr>
          </a:p>
          <a:p>
            <a:pPr indent="0" lvl="0" marL="0" rtl="0" algn="just">
              <a:lnSpc>
                <a:spcPct val="115000"/>
              </a:lnSpc>
              <a:spcBef>
                <a:spcPts val="0"/>
              </a:spcBef>
              <a:spcAft>
                <a:spcPts val="0"/>
              </a:spcAft>
              <a:buNone/>
            </a:pPr>
            <a:r>
              <a:rPr lang="en" sz="2000">
                <a:solidFill>
                  <a:srgbClr val="111416"/>
                </a:solidFill>
                <a:latin typeface="Space Grotesk"/>
                <a:ea typeface="Space Grotesk"/>
                <a:cs typeface="Space Grotesk"/>
                <a:sym typeface="Space Grotesk"/>
              </a:rPr>
              <a:t>Without deliberate harness engineering, monitoring long running experiments can become quite expensive via sending small monitor updates directly into the main agent context. In a 24-hour autoresearch window with 57 Students running, 615 monitors produced  28,246 agent responses, consuming 3.25B (cache-inclusive) tokens. The median agent response </a:t>
            </a:r>
            <a:r>
              <a:rPr b="1" lang="en" sz="2000">
                <a:solidFill>
                  <a:srgbClr val="111416"/>
                </a:solidFill>
                <a:latin typeface="Space Grotesk"/>
                <a:ea typeface="Space Grotesk"/>
                <a:cs typeface="Space Grotesk"/>
                <a:sym typeface="Space Grotesk"/>
              </a:rPr>
              <a:t>reloaded ~110k cached tokens each time while adding only 347 new uncached input tokens</a:t>
            </a:r>
            <a:r>
              <a:rPr lang="en" sz="2000">
                <a:solidFill>
                  <a:srgbClr val="111416"/>
                </a:solidFill>
                <a:latin typeface="Space Grotesk"/>
                <a:ea typeface="Space Grotesk"/>
                <a:cs typeface="Space Grotesk"/>
                <a:sym typeface="Space Grotesk"/>
              </a:rPr>
              <a:t>. </a:t>
            </a:r>
            <a:endParaRPr sz="2000">
              <a:solidFill>
                <a:srgbClr val="111416"/>
              </a:solidFill>
              <a:latin typeface="Space Grotesk"/>
              <a:ea typeface="Space Grotesk"/>
              <a:cs typeface="Space Grotesk"/>
              <a:sym typeface="Space Grotesk"/>
            </a:endParaRPr>
          </a:p>
          <a:p>
            <a:pPr indent="0" lvl="0" marL="0" rtl="0" algn="just">
              <a:lnSpc>
                <a:spcPct val="115000"/>
              </a:lnSpc>
              <a:spcBef>
                <a:spcPts val="0"/>
              </a:spcBef>
              <a:spcAft>
                <a:spcPts val="0"/>
              </a:spcAft>
              <a:buNone/>
            </a:pPr>
            <a:r>
              <a:t/>
            </a:r>
            <a:endParaRPr sz="2000">
              <a:solidFill>
                <a:srgbClr val="111416"/>
              </a:solidFill>
              <a:latin typeface="Space Grotesk"/>
              <a:ea typeface="Space Grotesk"/>
              <a:cs typeface="Space Grotesk"/>
              <a:sym typeface="Space Grotesk"/>
            </a:endParaRPr>
          </a:p>
          <a:p>
            <a:pPr indent="0" lvl="0" marL="0" rtl="0" algn="just">
              <a:lnSpc>
                <a:spcPct val="115000"/>
              </a:lnSpc>
              <a:spcBef>
                <a:spcPts val="0"/>
              </a:spcBef>
              <a:spcAft>
                <a:spcPts val="0"/>
              </a:spcAft>
              <a:buNone/>
            </a:pPr>
            <a:r>
              <a:rPr b="1" lang="en" sz="2000">
                <a:solidFill>
                  <a:srgbClr val="006D77"/>
                </a:solidFill>
                <a:latin typeface="Space Grotesk"/>
                <a:ea typeface="Space Grotesk"/>
                <a:cs typeface="Space Grotesk"/>
                <a:sym typeface="Space Grotesk"/>
              </a:rPr>
              <a:t>→ Training monitors should be cheap and escalation-based</a:t>
            </a:r>
            <a:r>
              <a:rPr b="1" lang="en" sz="2000">
                <a:solidFill>
                  <a:srgbClr val="111416"/>
                </a:solidFill>
                <a:latin typeface="Space Grotesk"/>
                <a:ea typeface="Space Grotesk"/>
                <a:cs typeface="Space Grotesk"/>
                <a:sym typeface="Space Grotesk"/>
              </a:rPr>
              <a:t>,</a:t>
            </a:r>
            <a:r>
              <a:rPr lang="en" sz="2000">
                <a:solidFill>
                  <a:srgbClr val="111416"/>
                </a:solidFill>
                <a:latin typeface="Space Grotesk"/>
                <a:ea typeface="Space Grotesk"/>
                <a:cs typeface="Space Grotesk"/>
                <a:sym typeface="Space Grotesk"/>
              </a:rPr>
              <a:t> surfacing only relevant events such as errors, experiment completion, or metric milestones to the main agent context.</a:t>
            </a:r>
            <a:endParaRPr sz="2000">
              <a:solidFill>
                <a:srgbClr val="111416"/>
              </a:solidFill>
              <a:latin typeface="Space Grotesk"/>
              <a:ea typeface="Space Grotesk"/>
              <a:cs typeface="Space Grotesk"/>
              <a:sym typeface="Space Grotesk"/>
            </a:endParaRPr>
          </a:p>
          <a:p>
            <a:pPr indent="0" lvl="0" marL="0" rtl="0" algn="just">
              <a:lnSpc>
                <a:spcPct val="115000"/>
              </a:lnSpc>
              <a:spcBef>
                <a:spcPts val="0"/>
              </a:spcBef>
              <a:spcAft>
                <a:spcPts val="0"/>
              </a:spcAft>
              <a:buNone/>
            </a:pPr>
            <a:r>
              <a:t/>
            </a:r>
            <a:endParaRPr sz="2000">
              <a:solidFill>
                <a:srgbClr val="111416"/>
              </a:solidFill>
              <a:latin typeface="Space Grotesk"/>
              <a:ea typeface="Space Grotesk"/>
              <a:cs typeface="Space Grotesk"/>
              <a:sym typeface="Space Grotesk"/>
            </a:endParaRPr>
          </a:p>
          <a:p>
            <a:pPr indent="0" lvl="0" marL="0" rtl="0" algn="just">
              <a:lnSpc>
                <a:spcPct val="115000"/>
              </a:lnSpc>
              <a:spcBef>
                <a:spcPts val="0"/>
              </a:spcBef>
              <a:spcAft>
                <a:spcPts val="0"/>
              </a:spcAft>
              <a:buNone/>
            </a:pPr>
            <a:r>
              <a:rPr b="1" lang="en" sz="2000">
                <a:solidFill>
                  <a:srgbClr val="111416"/>
                </a:solidFill>
                <a:latin typeface="Space Grotesk"/>
                <a:ea typeface="Space Grotesk"/>
                <a:cs typeface="Space Grotesk"/>
                <a:sym typeface="Space Grotesk"/>
              </a:rPr>
              <a:t>Compaction Drift: SENPAI’s ledger keeps the agent on track after compactions</a:t>
            </a:r>
            <a:endParaRPr b="1" sz="2000">
              <a:solidFill>
                <a:srgbClr val="111416"/>
              </a:solidFill>
              <a:latin typeface="Space Grotesk"/>
              <a:ea typeface="Space Grotesk"/>
              <a:cs typeface="Space Grotesk"/>
              <a:sym typeface="Space Grotesk"/>
            </a:endParaRPr>
          </a:p>
          <a:p>
            <a:pPr indent="0" lvl="0" marL="0" rtl="0" algn="just">
              <a:lnSpc>
                <a:spcPct val="115000"/>
              </a:lnSpc>
              <a:spcBef>
                <a:spcPts val="0"/>
              </a:spcBef>
              <a:spcAft>
                <a:spcPts val="0"/>
              </a:spcAft>
              <a:buNone/>
            </a:pPr>
            <a:r>
              <a:rPr lang="en" sz="2000">
                <a:solidFill>
                  <a:srgbClr val="111416"/>
                </a:solidFill>
                <a:latin typeface="Space Grotesk"/>
                <a:ea typeface="Space Grotesk"/>
                <a:cs typeface="Space Grotesk"/>
                <a:sym typeface="Space Grotesk"/>
              </a:rPr>
              <a:t>In a 24-hour window with 240 automatic compaction events across 57 Students, 4.2 per student, contexts reduced from ~196k tokens to 3k token summaries. These summaries were lossy: experiment state drift in the form of mistakes using incorrect GitHub labels or confusion over live experiment state appeared immediately after compaction.</a:t>
            </a:r>
            <a:endParaRPr sz="2000">
              <a:solidFill>
                <a:srgbClr val="111416"/>
              </a:solidFill>
              <a:latin typeface="Space Grotesk"/>
              <a:ea typeface="Space Grotesk"/>
              <a:cs typeface="Space Grotesk"/>
              <a:sym typeface="Space Grotesk"/>
            </a:endParaRPr>
          </a:p>
          <a:p>
            <a:pPr indent="0" lvl="0" marL="0" rtl="0" algn="just">
              <a:lnSpc>
                <a:spcPct val="115000"/>
              </a:lnSpc>
              <a:spcBef>
                <a:spcPts val="0"/>
              </a:spcBef>
              <a:spcAft>
                <a:spcPts val="0"/>
              </a:spcAft>
              <a:buNone/>
            </a:pPr>
            <a:r>
              <a:t/>
            </a:r>
            <a:endParaRPr sz="2000">
              <a:solidFill>
                <a:srgbClr val="111416"/>
              </a:solidFill>
              <a:latin typeface="Space Grotesk"/>
              <a:ea typeface="Space Grotesk"/>
              <a:cs typeface="Space Grotesk"/>
              <a:sym typeface="Space Grotesk"/>
            </a:endParaRPr>
          </a:p>
          <a:p>
            <a:pPr indent="0" lvl="0" marL="0" rtl="0" algn="just">
              <a:lnSpc>
                <a:spcPct val="115000"/>
              </a:lnSpc>
              <a:spcBef>
                <a:spcPts val="0"/>
              </a:spcBef>
              <a:spcAft>
                <a:spcPts val="0"/>
              </a:spcAft>
              <a:buNone/>
            </a:pPr>
            <a:r>
              <a:rPr b="1" lang="en" sz="2000">
                <a:solidFill>
                  <a:srgbClr val="006D77"/>
                </a:solidFill>
                <a:latin typeface="Space Grotesk"/>
                <a:ea typeface="Space Grotesk"/>
                <a:cs typeface="Space Grotesk"/>
                <a:sym typeface="Space Grotesk"/>
              </a:rPr>
              <a:t>→ SENPAI’s experiment ledger mitigated this drift by externalizing much of the key experiment state.</a:t>
            </a:r>
            <a:r>
              <a:rPr lang="en" sz="2000">
                <a:solidFill>
                  <a:srgbClr val="111416"/>
                </a:solidFill>
                <a:latin typeface="Space Grotesk"/>
                <a:ea typeface="Space Grotesk"/>
                <a:cs typeface="Space Grotesk"/>
                <a:sym typeface="Space Grotesk"/>
              </a:rPr>
              <a:t> Despite multiple compactions and initial drift, Students were able to use the experiment ledger’s external state to course-correct and take experiments to completion.</a:t>
            </a:r>
            <a:endParaRPr b="1" sz="6000">
              <a:solidFill>
                <a:srgbClr val="111416"/>
              </a:solidFill>
              <a:latin typeface="Space Grotesk"/>
              <a:ea typeface="Space Grotesk"/>
              <a:cs typeface="Space Grotesk"/>
              <a:sym typeface="Space Grotesk"/>
            </a:endParaRPr>
          </a:p>
        </p:txBody>
      </p:sp>
      <p:sp>
        <p:nvSpPr>
          <p:cNvPr id="57" name="Google Shape;57;p13"/>
          <p:cNvSpPr txBox="1"/>
          <p:nvPr/>
        </p:nvSpPr>
        <p:spPr>
          <a:xfrm>
            <a:off x="978425" y="4006675"/>
            <a:ext cx="10176600" cy="973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4500">
                <a:solidFill>
                  <a:srgbClr val="006D77"/>
                </a:solidFill>
                <a:latin typeface="Space Grotesk"/>
                <a:ea typeface="Space Grotesk"/>
                <a:cs typeface="Space Grotesk"/>
                <a:sym typeface="Space Grotesk"/>
              </a:rPr>
              <a:t>Developing domain-specific recipes</a:t>
            </a:r>
            <a:endParaRPr b="1" sz="4500">
              <a:solidFill>
                <a:srgbClr val="006D77"/>
              </a:solidFill>
              <a:latin typeface="Space Grotesk"/>
              <a:ea typeface="Space Grotesk"/>
              <a:cs typeface="Space Grotesk"/>
              <a:sym typeface="Space Grotesk"/>
            </a:endParaRPr>
          </a:p>
          <a:p>
            <a:pPr indent="0" lvl="0" marL="0" rtl="0" algn="l">
              <a:lnSpc>
                <a:spcPct val="115000"/>
              </a:lnSpc>
              <a:spcBef>
                <a:spcPts val="0"/>
              </a:spcBef>
              <a:spcAft>
                <a:spcPts val="0"/>
              </a:spcAft>
              <a:buNone/>
            </a:pPr>
            <a:r>
              <a:rPr b="1" lang="en" sz="2000">
                <a:solidFill>
                  <a:srgbClr val="111416"/>
                </a:solidFill>
                <a:latin typeface="Space Grotesk"/>
                <a:ea typeface="Space Grotesk"/>
                <a:cs typeface="Space Grotesk"/>
                <a:sym typeface="Space Grotesk"/>
              </a:rPr>
              <a:t>Experiment Ledger: Github and an Experiment Tracker</a:t>
            </a:r>
            <a:endParaRPr b="1" sz="2000">
              <a:solidFill>
                <a:srgbClr val="111416"/>
              </a:solidFill>
              <a:latin typeface="Space Grotesk"/>
              <a:ea typeface="Space Grotesk"/>
              <a:cs typeface="Space Grotesk"/>
              <a:sym typeface="Space Grotesk"/>
            </a:endParaRPr>
          </a:p>
          <a:p>
            <a:pPr indent="0" lvl="0" marL="0" rtl="0" algn="just">
              <a:spcBef>
                <a:spcPts val="0"/>
              </a:spcBef>
              <a:spcAft>
                <a:spcPts val="0"/>
              </a:spcAft>
              <a:buNone/>
            </a:pPr>
            <a:r>
              <a:rPr lang="en" sz="2000">
                <a:solidFill>
                  <a:srgbClr val="111416"/>
                </a:solidFill>
                <a:latin typeface="Space Grotesk"/>
                <a:ea typeface="Space Grotesk"/>
                <a:cs typeface="Space Grotesk"/>
                <a:sym typeface="Space Grotesk"/>
              </a:rPr>
              <a:t>The SENPAI autoresearch loop grounds experiment state in PRs, commits, and experiment-tracker runs, producing a ledger that is queryable by agents and inspectable by researchers. Unlike other autoresearch implementations, this ledger  provides easily accessible insight into the research the system is pursuing at any one time as well as the ability to steer the research </a:t>
            </a:r>
            <a:r>
              <a:rPr lang="en" sz="2000">
                <a:solidFill>
                  <a:srgbClr val="111416"/>
                </a:solidFill>
                <a:latin typeface="Space Grotesk"/>
                <a:ea typeface="Space Grotesk"/>
                <a:cs typeface="Space Grotesk"/>
                <a:sym typeface="Space Grotesk"/>
              </a:rPr>
              <a:t>direction</a:t>
            </a:r>
            <a:r>
              <a:rPr lang="en" sz="2000">
                <a:solidFill>
                  <a:srgbClr val="111416"/>
                </a:solidFill>
                <a:latin typeface="Space Grotesk"/>
                <a:ea typeface="Space Grotesk"/>
                <a:cs typeface="Space Grotesk"/>
                <a:sym typeface="Space Grotesk"/>
              </a:rPr>
              <a:t>. </a:t>
            </a:r>
            <a:endParaRPr sz="2000">
              <a:solidFill>
                <a:srgbClr val="111416"/>
              </a:solidFill>
              <a:latin typeface="Space Grotesk"/>
              <a:ea typeface="Space Grotesk"/>
              <a:cs typeface="Space Grotesk"/>
              <a:sym typeface="Space Grotesk"/>
            </a:endParaRPr>
          </a:p>
          <a:p>
            <a:pPr indent="0" lvl="0" marL="0" rtl="0" algn="just">
              <a:lnSpc>
                <a:spcPct val="115000"/>
              </a:lnSpc>
              <a:spcBef>
                <a:spcPts val="0"/>
              </a:spcBef>
              <a:spcAft>
                <a:spcPts val="0"/>
              </a:spcAft>
              <a:buNone/>
            </a:pPr>
            <a:r>
              <a:t/>
            </a:r>
            <a:endParaRPr sz="2000">
              <a:solidFill>
                <a:srgbClr val="111416"/>
              </a:solidFill>
              <a:latin typeface="Space Grotesk"/>
              <a:ea typeface="Space Grotesk"/>
              <a:cs typeface="Space Grotesk"/>
              <a:sym typeface="Space Grotesk"/>
            </a:endParaRPr>
          </a:p>
          <a:p>
            <a:pPr indent="0" lvl="0" marL="0" rtl="0" algn="l">
              <a:lnSpc>
                <a:spcPct val="115000"/>
              </a:lnSpc>
              <a:spcBef>
                <a:spcPts val="0"/>
              </a:spcBef>
              <a:spcAft>
                <a:spcPts val="0"/>
              </a:spcAft>
              <a:buClr>
                <a:schemeClr val="dk1"/>
              </a:buClr>
              <a:buSzPts val="1100"/>
              <a:buFont typeface="Arial"/>
              <a:buNone/>
            </a:pPr>
            <a:r>
              <a:rPr b="1" lang="en" sz="2000">
                <a:solidFill>
                  <a:srgbClr val="111416"/>
                </a:solidFill>
                <a:latin typeface="Space Grotesk"/>
                <a:ea typeface="Space Grotesk"/>
                <a:cs typeface="Space Grotesk"/>
                <a:sym typeface="Space Grotesk"/>
              </a:rPr>
              <a:t>DrivAerML</a:t>
            </a:r>
            <a:endParaRPr b="1" sz="2000">
              <a:solidFill>
                <a:srgbClr val="111416"/>
              </a:solidFill>
              <a:latin typeface="Space Grotesk"/>
              <a:ea typeface="Space Grotesk"/>
              <a:cs typeface="Space Grotesk"/>
              <a:sym typeface="Space Grotesk"/>
            </a:endParaRPr>
          </a:p>
          <a:p>
            <a:pPr indent="0" lvl="0" marL="0" rtl="0" algn="just">
              <a:lnSpc>
                <a:spcPct val="115000"/>
              </a:lnSpc>
              <a:spcBef>
                <a:spcPts val="0"/>
              </a:spcBef>
              <a:spcAft>
                <a:spcPts val="0"/>
              </a:spcAft>
              <a:buClr>
                <a:schemeClr val="dk1"/>
              </a:buClr>
              <a:buSzPts val="1100"/>
              <a:buFont typeface="Arial"/>
              <a:buNone/>
            </a:pPr>
            <a:r>
              <a:rPr lang="en" sz="2000">
                <a:solidFill>
                  <a:srgbClr val="111416"/>
                </a:solidFill>
                <a:latin typeface="Space Grotesk"/>
                <a:ea typeface="Space Grotesk"/>
                <a:cs typeface="Space Grotesk"/>
                <a:sym typeface="Space Grotesk"/>
              </a:rPr>
              <a:t>Starting from a Transolver model, SENPAI </a:t>
            </a:r>
            <a:r>
              <a:rPr b="1" lang="en" sz="2000">
                <a:solidFill>
                  <a:srgbClr val="111416"/>
                </a:solidFill>
                <a:latin typeface="Space Grotesk"/>
                <a:ea typeface="Space Grotesk"/>
                <a:cs typeface="Space Grotesk"/>
                <a:sym typeface="Space Grotesk"/>
              </a:rPr>
              <a:t>improves on the original Transolver’s DrivAerML </a:t>
            </a:r>
            <a:r>
              <a:rPr lang="en" sz="2000">
                <a:solidFill>
                  <a:srgbClr val="111416"/>
                </a:solidFill>
                <a:latin typeface="Space Grotesk"/>
                <a:ea typeface="Space Grotesk"/>
                <a:cs typeface="Space Grotesk"/>
                <a:sym typeface="Space Grotesk"/>
              </a:rPr>
              <a:t>results, discovering a training recipe using STRING positional embeddings from the vision and robotics literature, an insight that CFD researchers alone would be less likely to ever discover. </a:t>
            </a:r>
            <a:endParaRPr sz="4500">
              <a:solidFill>
                <a:srgbClr val="111416"/>
              </a:solidFill>
              <a:latin typeface="Space Grotesk"/>
              <a:ea typeface="Space Grotesk"/>
              <a:cs typeface="Space Grotesk"/>
              <a:sym typeface="Space Grotesk"/>
            </a:endParaRPr>
          </a:p>
          <a:p>
            <a:pPr indent="0" lvl="0" marL="0" rtl="0" algn="l">
              <a:spcBef>
                <a:spcPts val="0"/>
              </a:spcBef>
              <a:spcAft>
                <a:spcPts val="0"/>
              </a:spcAft>
              <a:buNone/>
            </a:pPr>
            <a:r>
              <a:t/>
            </a:r>
            <a:endParaRPr b="1" sz="4500">
              <a:solidFill>
                <a:srgbClr val="111416"/>
              </a:solidFill>
              <a:latin typeface="Space Grotesk"/>
              <a:ea typeface="Space Grotesk"/>
              <a:cs typeface="Space Grotesk"/>
              <a:sym typeface="Space Grotesk"/>
            </a:endParaRPr>
          </a:p>
          <a:p>
            <a:pPr indent="0" lvl="0" marL="0" rtl="0" algn="l">
              <a:spcBef>
                <a:spcPts val="0"/>
              </a:spcBef>
              <a:spcAft>
                <a:spcPts val="0"/>
              </a:spcAft>
              <a:buNone/>
            </a:pPr>
            <a:r>
              <a:t/>
            </a:r>
            <a:endParaRPr b="1" sz="2000">
              <a:solidFill>
                <a:srgbClr val="111416"/>
              </a:solidFill>
              <a:latin typeface="Space Grotesk"/>
              <a:ea typeface="Space Grotesk"/>
              <a:cs typeface="Space Grotesk"/>
              <a:sym typeface="Space Grotesk"/>
            </a:endParaRPr>
          </a:p>
          <a:p>
            <a:pPr indent="0" lvl="0" marL="0" rtl="0" algn="l">
              <a:spcBef>
                <a:spcPts val="0"/>
              </a:spcBef>
              <a:spcAft>
                <a:spcPts val="0"/>
              </a:spcAft>
              <a:buNone/>
            </a:pPr>
            <a:r>
              <a:t/>
            </a:r>
            <a:endParaRPr b="1" sz="2000">
              <a:solidFill>
                <a:srgbClr val="111416"/>
              </a:solidFill>
              <a:latin typeface="Space Grotesk"/>
              <a:ea typeface="Space Grotesk"/>
              <a:cs typeface="Space Grotesk"/>
              <a:sym typeface="Space Grotesk"/>
            </a:endParaRPr>
          </a:p>
          <a:p>
            <a:pPr indent="0" lvl="0" marL="0" rtl="0" algn="l">
              <a:spcBef>
                <a:spcPts val="0"/>
              </a:spcBef>
              <a:spcAft>
                <a:spcPts val="0"/>
              </a:spcAft>
              <a:buNone/>
            </a:pPr>
            <a:r>
              <a:t/>
            </a:r>
            <a:endParaRPr b="1" sz="2000">
              <a:solidFill>
                <a:srgbClr val="111416"/>
              </a:solidFill>
              <a:latin typeface="Space Grotesk"/>
              <a:ea typeface="Space Grotesk"/>
              <a:cs typeface="Space Grotesk"/>
              <a:sym typeface="Space Grotesk"/>
            </a:endParaRPr>
          </a:p>
          <a:p>
            <a:pPr indent="0" lvl="0" marL="0" rtl="0" algn="l">
              <a:lnSpc>
                <a:spcPct val="115000"/>
              </a:lnSpc>
              <a:spcBef>
                <a:spcPts val="0"/>
              </a:spcBef>
              <a:spcAft>
                <a:spcPts val="0"/>
              </a:spcAft>
              <a:buNone/>
            </a:pPr>
            <a:r>
              <a:rPr b="1" lang="en" sz="2000">
                <a:solidFill>
                  <a:srgbClr val="111416"/>
                </a:solidFill>
                <a:latin typeface="Space Grotesk"/>
                <a:ea typeface="Space Grotesk"/>
                <a:cs typeface="Space Grotesk"/>
                <a:sym typeface="Space Grotesk"/>
              </a:rPr>
              <a:t>AirfRANS</a:t>
            </a:r>
            <a:endParaRPr b="1" sz="2000">
              <a:solidFill>
                <a:srgbClr val="111416"/>
              </a:solidFill>
              <a:latin typeface="Space Grotesk"/>
              <a:ea typeface="Space Grotesk"/>
              <a:cs typeface="Space Grotesk"/>
              <a:sym typeface="Space Grotesk"/>
            </a:endParaRPr>
          </a:p>
          <a:p>
            <a:pPr indent="0" lvl="0" marL="0" rtl="0" algn="just">
              <a:lnSpc>
                <a:spcPct val="115000"/>
              </a:lnSpc>
              <a:spcBef>
                <a:spcPts val="0"/>
              </a:spcBef>
              <a:spcAft>
                <a:spcPts val="0"/>
              </a:spcAft>
              <a:buNone/>
            </a:pPr>
            <a:r>
              <a:rPr lang="en" sz="2000">
                <a:solidFill>
                  <a:srgbClr val="111416"/>
                </a:solidFill>
                <a:latin typeface="Space Grotesk"/>
                <a:ea typeface="Space Grotesk"/>
                <a:cs typeface="Space Grotesk"/>
                <a:sym typeface="Space Grotesk"/>
              </a:rPr>
              <a:t>Starting from a Transolver model, SENPAI </a:t>
            </a:r>
            <a:r>
              <a:rPr b="1" lang="en" sz="2000">
                <a:solidFill>
                  <a:srgbClr val="111416"/>
                </a:solidFill>
                <a:latin typeface="Space Grotesk"/>
                <a:ea typeface="Space Grotesk"/>
                <a:cs typeface="Space Grotesk"/>
                <a:sym typeface="Space Grotesk"/>
              </a:rPr>
              <a:t>improves substantially on the original Transolver surface-MSE result</a:t>
            </a:r>
            <a:r>
              <a:rPr lang="en" sz="2000">
                <a:solidFill>
                  <a:srgbClr val="111416"/>
                </a:solidFill>
                <a:latin typeface="Space Grotesk"/>
                <a:ea typeface="Space Grotesk"/>
                <a:cs typeface="Space Grotesk"/>
                <a:sym typeface="Space Grotesk"/>
              </a:rPr>
              <a:t>. The final AirfRANS recipe SENPAI created modified Transolver</a:t>
            </a:r>
            <a:r>
              <a:rPr lang="en" sz="2000">
                <a:solidFill>
                  <a:srgbClr val="111416"/>
                </a:solidFill>
                <a:latin typeface="Space Grotesk"/>
                <a:ea typeface="Space Grotesk"/>
                <a:cs typeface="Space Grotesk"/>
                <a:sym typeface="Space Grotesk"/>
              </a:rPr>
              <a:t> with fixed multiscale Fourier coordinate features, a surface refinement head, Lookahead-wrapped AdamW, cosine scheduling, EMA with target decay 0.999, and a volume-weighted normalized-MSE objective</a:t>
            </a:r>
            <a:endParaRPr sz="2000">
              <a:solidFill>
                <a:srgbClr val="111416"/>
              </a:solidFill>
              <a:latin typeface="Space Grotesk"/>
              <a:ea typeface="Space Grotesk"/>
              <a:cs typeface="Space Grotesk"/>
              <a:sym typeface="Space Grotesk"/>
            </a:endParaRPr>
          </a:p>
          <a:p>
            <a:pPr indent="0" lvl="0" marL="0" rtl="0" algn="l">
              <a:lnSpc>
                <a:spcPct val="115000"/>
              </a:lnSpc>
              <a:spcBef>
                <a:spcPts val="0"/>
              </a:spcBef>
              <a:spcAft>
                <a:spcPts val="0"/>
              </a:spcAft>
              <a:buNone/>
            </a:pPr>
            <a:r>
              <a:rPr lang="en" sz="3000">
                <a:solidFill>
                  <a:srgbClr val="111416"/>
                </a:solidFill>
                <a:latin typeface="Space Grotesk"/>
                <a:ea typeface="Space Grotesk"/>
                <a:cs typeface="Space Grotesk"/>
                <a:sym typeface="Space Grotesk"/>
              </a:rPr>
              <a:t> </a:t>
            </a:r>
            <a:endParaRPr sz="3000">
              <a:solidFill>
                <a:srgbClr val="111416"/>
              </a:solidFill>
              <a:latin typeface="Space Grotesk"/>
              <a:ea typeface="Space Grotesk"/>
              <a:cs typeface="Space Grotesk"/>
              <a:sym typeface="Space Grotesk"/>
            </a:endParaRPr>
          </a:p>
          <a:p>
            <a:pPr indent="0" lvl="0" marL="0" rtl="0" algn="l">
              <a:spcBef>
                <a:spcPts val="0"/>
              </a:spcBef>
              <a:spcAft>
                <a:spcPts val="0"/>
              </a:spcAft>
              <a:buNone/>
            </a:pPr>
            <a:r>
              <a:t/>
            </a:r>
            <a:endParaRPr b="1" sz="3000">
              <a:solidFill>
                <a:srgbClr val="111416"/>
              </a:solidFill>
              <a:latin typeface="Space Grotesk"/>
              <a:ea typeface="Space Grotesk"/>
              <a:cs typeface="Space Grotesk"/>
              <a:sym typeface="Space Grotesk"/>
            </a:endParaRPr>
          </a:p>
        </p:txBody>
      </p:sp>
      <p:sp>
        <p:nvSpPr>
          <p:cNvPr id="58" name="Google Shape;58;p13"/>
          <p:cNvSpPr txBox="1"/>
          <p:nvPr/>
        </p:nvSpPr>
        <p:spPr>
          <a:xfrm>
            <a:off x="11890175" y="10557826"/>
            <a:ext cx="8848500" cy="973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4500">
                <a:solidFill>
                  <a:srgbClr val="006D77"/>
                </a:solidFill>
                <a:latin typeface="Space Grotesk"/>
                <a:ea typeface="Space Grotesk"/>
                <a:cs typeface="Space Grotesk"/>
                <a:sym typeface="Space Grotesk"/>
              </a:rPr>
              <a:t>Agents</a:t>
            </a:r>
            <a:r>
              <a:rPr b="1" lang="en" sz="7200">
                <a:solidFill>
                  <a:srgbClr val="006D77"/>
                </a:solidFill>
                <a:latin typeface="Space Grotesk"/>
                <a:ea typeface="Space Grotesk"/>
                <a:cs typeface="Space Grotesk"/>
                <a:sym typeface="Space Grotesk"/>
              </a:rPr>
              <a:t> </a:t>
            </a:r>
            <a:endParaRPr b="1" sz="7200">
              <a:solidFill>
                <a:srgbClr val="006D77"/>
              </a:solidFill>
              <a:latin typeface="Space Grotesk"/>
              <a:ea typeface="Space Grotesk"/>
              <a:cs typeface="Space Grotesk"/>
              <a:sym typeface="Space Grotesk"/>
            </a:endParaRPr>
          </a:p>
          <a:p>
            <a:pPr indent="0" lvl="0" marL="0" rtl="0" algn="just">
              <a:lnSpc>
                <a:spcPct val="115000"/>
              </a:lnSpc>
              <a:spcBef>
                <a:spcPts val="0"/>
              </a:spcBef>
              <a:spcAft>
                <a:spcPts val="0"/>
              </a:spcAft>
              <a:buNone/>
            </a:pPr>
            <a:r>
              <a:rPr b="1" lang="en" sz="2000">
                <a:solidFill>
                  <a:srgbClr val="111416"/>
                </a:solidFill>
                <a:latin typeface="Space Grotesk"/>
                <a:ea typeface="Space Grotesk"/>
                <a:cs typeface="Space Grotesk"/>
                <a:sym typeface="Space Grotesk"/>
              </a:rPr>
              <a:t>Advisor - Student</a:t>
            </a:r>
            <a:endParaRPr b="1" sz="2000">
              <a:solidFill>
                <a:srgbClr val="111416"/>
              </a:solidFill>
              <a:latin typeface="Space Grotesk"/>
              <a:ea typeface="Space Grotesk"/>
              <a:cs typeface="Space Grotesk"/>
              <a:sym typeface="Space Grotesk"/>
            </a:endParaRPr>
          </a:p>
          <a:p>
            <a:pPr indent="0" lvl="0" marL="0" rtl="0" algn="just">
              <a:spcBef>
                <a:spcPts val="0"/>
              </a:spcBef>
              <a:spcAft>
                <a:spcPts val="0"/>
              </a:spcAft>
              <a:buNone/>
            </a:pPr>
            <a:r>
              <a:rPr lang="en" sz="2000">
                <a:solidFill>
                  <a:srgbClr val="111416"/>
                </a:solidFill>
                <a:latin typeface="Space Grotesk"/>
                <a:ea typeface="Space Grotesk"/>
                <a:cs typeface="Space Grotesk"/>
                <a:sym typeface="Space Grotesk"/>
              </a:rPr>
              <a:t>An orchestrator (Advisor)-worker (Student) </a:t>
            </a:r>
            <a:r>
              <a:rPr lang="en" sz="2000">
                <a:solidFill>
                  <a:srgbClr val="111416"/>
                </a:solidFill>
                <a:latin typeface="Space Grotesk"/>
                <a:ea typeface="Space Grotesk"/>
                <a:cs typeface="Space Grotesk"/>
                <a:sym typeface="Space Grotesk"/>
              </a:rPr>
              <a:t>approach</a:t>
            </a:r>
            <a:r>
              <a:rPr lang="en" sz="2000">
                <a:solidFill>
                  <a:srgbClr val="111416"/>
                </a:solidFill>
                <a:latin typeface="Space Grotesk"/>
                <a:ea typeface="Space Grotesk"/>
                <a:cs typeface="Space Grotesk"/>
                <a:sym typeface="Space Grotesk"/>
              </a:rPr>
              <a:t> is taken where the Advisor agent  is responsible for setting the research direction via </a:t>
            </a:r>
            <a:r>
              <a:rPr lang="en" sz="2000">
                <a:solidFill>
                  <a:srgbClr val="111416"/>
                </a:solidFill>
                <a:latin typeface="Space Grotesk"/>
                <a:ea typeface="Space Grotesk"/>
                <a:cs typeface="Space Grotesk"/>
                <a:sym typeface="Space Grotesk"/>
              </a:rPr>
              <a:t>assigning</a:t>
            </a:r>
            <a:r>
              <a:rPr lang="en" sz="2000">
                <a:solidFill>
                  <a:srgbClr val="111416"/>
                </a:solidFill>
                <a:latin typeface="Space Grotesk"/>
                <a:ea typeface="Space Grotesk"/>
                <a:cs typeface="Space Grotesk"/>
                <a:sym typeface="Space Grotesk"/>
              </a:rPr>
              <a:t> pull requests on github  and the Student(s) are responsible for </a:t>
            </a:r>
            <a:r>
              <a:rPr lang="en" sz="2000">
                <a:solidFill>
                  <a:srgbClr val="111416"/>
                </a:solidFill>
                <a:latin typeface="Space Grotesk"/>
                <a:ea typeface="Space Grotesk"/>
                <a:cs typeface="Space Grotesk"/>
                <a:sym typeface="Space Grotesk"/>
              </a:rPr>
              <a:t>becoming</a:t>
            </a:r>
            <a:r>
              <a:rPr lang="en" sz="2000">
                <a:solidFill>
                  <a:srgbClr val="111416"/>
                </a:solidFill>
                <a:latin typeface="Space Grotesk"/>
                <a:ea typeface="Space Grotesk"/>
                <a:cs typeface="Space Grotesk"/>
                <a:sym typeface="Space Grotesk"/>
              </a:rPr>
              <a:t> subject matter experts in their assigned task before then executing on the experiment. The Advisor reviews PRs when they are ready and can either request for follow ups, close the PR or merge the result, for example a new model </a:t>
            </a:r>
            <a:r>
              <a:rPr lang="en" sz="2000">
                <a:solidFill>
                  <a:srgbClr val="111416"/>
                </a:solidFill>
                <a:latin typeface="Space Grotesk"/>
                <a:ea typeface="Space Grotesk"/>
                <a:cs typeface="Space Grotesk"/>
                <a:sym typeface="Space Grotesk"/>
              </a:rPr>
              <a:t>architecture</a:t>
            </a:r>
            <a:r>
              <a:rPr lang="en" sz="2000">
                <a:solidFill>
                  <a:srgbClr val="111416"/>
                </a:solidFill>
                <a:latin typeface="Space Grotesk"/>
                <a:ea typeface="Space Grotesk"/>
                <a:cs typeface="Space Grotesk"/>
                <a:sym typeface="Space Grotesk"/>
              </a:rPr>
              <a:t> change, into its own branch. Future Students will then start from this updated branch. The Advisor can be steered via opening Github issues.</a:t>
            </a:r>
            <a:endParaRPr sz="2000">
              <a:solidFill>
                <a:srgbClr val="111416"/>
              </a:solidFill>
              <a:latin typeface="Space Grotesk"/>
              <a:ea typeface="Space Grotesk"/>
              <a:cs typeface="Space Grotesk"/>
              <a:sym typeface="Space Grotesk"/>
            </a:endParaRPr>
          </a:p>
          <a:p>
            <a:pPr indent="0" lvl="0" marL="0" rtl="0" algn="just">
              <a:spcBef>
                <a:spcPts val="0"/>
              </a:spcBef>
              <a:spcAft>
                <a:spcPts val="0"/>
              </a:spcAft>
              <a:buNone/>
            </a:pPr>
            <a:r>
              <a:t/>
            </a:r>
            <a:endParaRPr b="1" sz="2000">
              <a:solidFill>
                <a:srgbClr val="111416"/>
              </a:solidFill>
              <a:latin typeface="Space Grotesk"/>
              <a:ea typeface="Space Grotesk"/>
              <a:cs typeface="Space Grotesk"/>
              <a:sym typeface="Space Grotesk"/>
            </a:endParaRPr>
          </a:p>
          <a:p>
            <a:pPr indent="0" lvl="0" marL="0" rtl="0" algn="just">
              <a:lnSpc>
                <a:spcPct val="115000"/>
              </a:lnSpc>
              <a:spcBef>
                <a:spcPts val="0"/>
              </a:spcBef>
              <a:spcAft>
                <a:spcPts val="0"/>
              </a:spcAft>
              <a:buNone/>
            </a:pPr>
            <a:r>
              <a:rPr b="1" lang="en" sz="2000">
                <a:solidFill>
                  <a:srgbClr val="111416"/>
                </a:solidFill>
                <a:latin typeface="Space Grotesk"/>
                <a:ea typeface="Space Grotesk"/>
                <a:cs typeface="Space Grotesk"/>
                <a:sym typeface="Space Grotesk"/>
              </a:rPr>
              <a:t>Skills and sub-agent</a:t>
            </a:r>
            <a:endParaRPr b="1" sz="2000">
              <a:solidFill>
                <a:srgbClr val="111416"/>
              </a:solidFill>
              <a:latin typeface="Space Grotesk"/>
              <a:ea typeface="Space Grotesk"/>
              <a:cs typeface="Space Grotesk"/>
              <a:sym typeface="Space Grotesk"/>
            </a:endParaRPr>
          </a:p>
          <a:p>
            <a:pPr indent="0" lvl="0" marL="0" rtl="0" algn="just">
              <a:spcBef>
                <a:spcPts val="0"/>
              </a:spcBef>
              <a:spcAft>
                <a:spcPts val="0"/>
              </a:spcAft>
              <a:buNone/>
            </a:pPr>
            <a:r>
              <a:rPr lang="en" sz="2000">
                <a:solidFill>
                  <a:srgbClr val="111416"/>
                </a:solidFill>
                <a:latin typeface="Space Grotesk"/>
                <a:ea typeface="Space Grotesk"/>
                <a:cs typeface="Space Grotesk"/>
                <a:sym typeface="Space Grotesk"/>
              </a:rPr>
              <a:t>SENPAI is deliberately thin with the Advisor and Students responsible for most of the research loop. However both of these agents do have access to a </a:t>
            </a:r>
            <a:r>
              <a:rPr b="1" lang="en" sz="2000">
                <a:solidFill>
                  <a:srgbClr val="111416"/>
                </a:solidFill>
                <a:latin typeface="Space Grotesk"/>
                <a:ea typeface="Space Grotesk"/>
                <a:cs typeface="Space Grotesk"/>
                <a:sym typeface="Space Grotesk"/>
              </a:rPr>
              <a:t>one specialised sub-agent to conduct literature searches</a:t>
            </a:r>
            <a:r>
              <a:rPr lang="en" sz="2000">
                <a:solidFill>
                  <a:srgbClr val="111416"/>
                </a:solidFill>
                <a:latin typeface="Space Grotesk"/>
                <a:ea typeface="Space Grotesk"/>
                <a:cs typeface="Space Grotesk"/>
                <a:sym typeface="Space Grotesk"/>
              </a:rPr>
              <a:t>. This literature research agent skill is prompted with a taste rubric and uses web search across popular sources as well as Exa’s research paper search mode.</a:t>
            </a:r>
            <a:endParaRPr sz="2000">
              <a:solidFill>
                <a:srgbClr val="111416"/>
              </a:solidFill>
              <a:latin typeface="Space Grotesk"/>
              <a:ea typeface="Space Grotesk"/>
              <a:cs typeface="Space Grotesk"/>
              <a:sym typeface="Space Grotesk"/>
            </a:endParaRPr>
          </a:p>
          <a:p>
            <a:pPr indent="0" lvl="0" marL="0" rtl="0" algn="just">
              <a:spcBef>
                <a:spcPts val="0"/>
              </a:spcBef>
              <a:spcAft>
                <a:spcPts val="0"/>
              </a:spcAft>
              <a:buNone/>
            </a:pPr>
            <a:r>
              <a:t/>
            </a:r>
            <a:endParaRPr sz="2000">
              <a:solidFill>
                <a:srgbClr val="111416"/>
              </a:solidFill>
              <a:latin typeface="Space Grotesk"/>
              <a:ea typeface="Space Grotesk"/>
              <a:cs typeface="Space Grotesk"/>
              <a:sym typeface="Space Grotesk"/>
            </a:endParaRPr>
          </a:p>
          <a:p>
            <a:pPr indent="0" lvl="0" marL="0" rtl="0" algn="l">
              <a:lnSpc>
                <a:spcPct val="115000"/>
              </a:lnSpc>
              <a:spcBef>
                <a:spcPts val="0"/>
              </a:spcBef>
              <a:spcAft>
                <a:spcPts val="0"/>
              </a:spcAft>
              <a:buClr>
                <a:schemeClr val="dk1"/>
              </a:buClr>
              <a:buSzPts val="1100"/>
              <a:buFont typeface="Arial"/>
              <a:buNone/>
            </a:pPr>
            <a:r>
              <a:rPr b="1" lang="en" sz="4500">
                <a:solidFill>
                  <a:srgbClr val="006D77"/>
                </a:solidFill>
                <a:latin typeface="Space Grotesk"/>
                <a:ea typeface="Space Grotesk"/>
                <a:cs typeface="Space Grotesk"/>
                <a:sym typeface="Space Grotesk"/>
              </a:rPr>
              <a:t>TandemFoilSet-Balanced</a:t>
            </a:r>
            <a:endParaRPr b="1" sz="4500">
              <a:solidFill>
                <a:srgbClr val="006D77"/>
              </a:solidFill>
              <a:latin typeface="Space Grotesk"/>
              <a:ea typeface="Space Grotesk"/>
              <a:cs typeface="Space Grotesk"/>
              <a:sym typeface="Space Grotesk"/>
            </a:endParaRPr>
          </a:p>
          <a:p>
            <a:pPr indent="0" lvl="0" marL="0" rtl="0" algn="just">
              <a:spcBef>
                <a:spcPts val="0"/>
              </a:spcBef>
              <a:spcAft>
                <a:spcPts val="0"/>
              </a:spcAft>
              <a:buNone/>
            </a:pPr>
            <a:r>
              <a:rPr lang="en" sz="2000">
                <a:solidFill>
                  <a:srgbClr val="111416"/>
                </a:solidFill>
                <a:latin typeface="Space Grotesk"/>
                <a:ea typeface="Space Grotesk"/>
                <a:cs typeface="Space Grotesk"/>
                <a:sym typeface="Space Grotesk"/>
              </a:rPr>
              <a:t>We also release TandemFoilSet-Balanced, rebalanced train/val/test splits of the </a:t>
            </a:r>
            <a:r>
              <a:rPr lang="en" sz="2000">
                <a:solidFill>
                  <a:srgbClr val="111416"/>
                </a:solidFill>
                <a:latin typeface="Space Grotesk"/>
                <a:ea typeface="Space Grotesk"/>
                <a:cs typeface="Space Grotesk"/>
                <a:sym typeface="Space Grotesk"/>
              </a:rPr>
              <a:t>TandemFoilSet</a:t>
            </a:r>
            <a:r>
              <a:rPr lang="en" sz="2000">
                <a:solidFill>
                  <a:srgbClr val="111416"/>
                </a:solidFill>
                <a:latin typeface="Space Grotesk"/>
                <a:ea typeface="Space Grotesk"/>
                <a:cs typeface="Space Grotesk"/>
                <a:sym typeface="Space Grotesk"/>
              </a:rPr>
              <a:t> (Lim et al.) dataset. We focus on testing interpolation to unseen camber settings and broad Reynolds number generalization. We hope can serve as a useful benchmark for future 2D CFD work.</a:t>
            </a:r>
            <a:endParaRPr sz="2000">
              <a:solidFill>
                <a:srgbClr val="111416"/>
              </a:solidFill>
              <a:latin typeface="Space Grotesk"/>
              <a:ea typeface="Space Grotesk"/>
              <a:cs typeface="Space Grotesk"/>
              <a:sym typeface="Space Grotesk"/>
            </a:endParaRPr>
          </a:p>
        </p:txBody>
      </p:sp>
      <p:pic>
        <p:nvPicPr>
          <p:cNvPr id="59" name="Google Shape;59;p13" title="section2_image_transparent.png"/>
          <p:cNvPicPr preferRelativeResize="0"/>
          <p:nvPr/>
        </p:nvPicPr>
        <p:blipFill>
          <a:blip r:embed="rId3">
            <a:alphaModFix/>
          </a:blip>
          <a:stretch>
            <a:fillRect/>
          </a:stretch>
        </p:blipFill>
        <p:spPr>
          <a:xfrm>
            <a:off x="978425" y="14271339"/>
            <a:ext cx="10286100" cy="5514710"/>
          </a:xfrm>
          <a:prstGeom prst="rect">
            <a:avLst/>
          </a:prstGeom>
          <a:noFill/>
          <a:ln cap="flat" cmpd="sng" w="19050">
            <a:solidFill>
              <a:srgbClr val="111416"/>
            </a:solidFill>
            <a:prstDash val="solid"/>
            <a:round/>
            <a:headEnd len="sm" w="sm" type="none"/>
            <a:tailEnd len="sm" w="sm" type="none"/>
          </a:ln>
        </p:spPr>
      </p:pic>
      <p:sp>
        <p:nvSpPr>
          <p:cNvPr id="60" name="Google Shape;60;p13"/>
          <p:cNvSpPr txBox="1"/>
          <p:nvPr/>
        </p:nvSpPr>
        <p:spPr>
          <a:xfrm>
            <a:off x="978425" y="654650"/>
            <a:ext cx="19653900" cy="3396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200">
                <a:solidFill>
                  <a:srgbClr val="111416"/>
                </a:solidFill>
                <a:latin typeface="Space Grotesk"/>
                <a:ea typeface="Space Grotesk"/>
                <a:cs typeface="Space Grotesk"/>
                <a:sym typeface="Space Grotesk"/>
              </a:rPr>
              <a:t>SENPAI</a:t>
            </a:r>
            <a:endParaRPr b="1" sz="10200">
              <a:solidFill>
                <a:srgbClr val="111416"/>
              </a:solidFill>
              <a:latin typeface="Space Grotesk"/>
              <a:ea typeface="Space Grotesk"/>
              <a:cs typeface="Space Grotesk"/>
              <a:sym typeface="Space Grotesk"/>
            </a:endParaRPr>
          </a:p>
          <a:p>
            <a:pPr indent="0" lvl="0" marL="0" rtl="0" algn="l">
              <a:lnSpc>
                <a:spcPct val="115000"/>
              </a:lnSpc>
              <a:spcBef>
                <a:spcPts val="600"/>
              </a:spcBef>
              <a:spcAft>
                <a:spcPts val="0"/>
              </a:spcAft>
              <a:buNone/>
            </a:pPr>
            <a:r>
              <a:rPr b="1" lang="en" sz="7100">
                <a:solidFill>
                  <a:srgbClr val="111416"/>
                </a:solidFill>
                <a:latin typeface="Space Grotesk"/>
                <a:ea typeface="Space Grotesk"/>
                <a:cs typeface="Space Grotesk"/>
                <a:sym typeface="Space Grotesk"/>
              </a:rPr>
              <a:t>Experiment Ledger As Autoresearch Memory</a:t>
            </a:r>
            <a:endParaRPr b="1" sz="7100">
              <a:solidFill>
                <a:srgbClr val="111416"/>
              </a:solidFill>
              <a:latin typeface="Space Grotesk"/>
              <a:ea typeface="Space Grotesk"/>
              <a:cs typeface="Space Grotesk"/>
              <a:sym typeface="Space Grotesk"/>
            </a:endParaRPr>
          </a:p>
          <a:p>
            <a:pPr indent="0" lvl="0" marL="0" rtl="0" algn="l">
              <a:lnSpc>
                <a:spcPct val="115000"/>
              </a:lnSpc>
              <a:spcBef>
                <a:spcPts val="0"/>
              </a:spcBef>
              <a:spcAft>
                <a:spcPts val="0"/>
              </a:spcAft>
              <a:buNone/>
            </a:pPr>
            <a:r>
              <a:rPr b="1" lang="en" sz="2000">
                <a:solidFill>
                  <a:srgbClr val="111416"/>
                </a:solidFill>
                <a:latin typeface="Space Grotesk"/>
                <a:ea typeface="Space Grotesk"/>
                <a:cs typeface="Space Grotesk"/>
                <a:sym typeface="Space Grotesk"/>
              </a:rPr>
              <a:t>Thomas Capelle*, Morgan McGuire*, Justin Hodges</a:t>
            </a:r>
            <a:endParaRPr b="1" sz="7100">
              <a:solidFill>
                <a:srgbClr val="111416"/>
              </a:solidFill>
              <a:latin typeface="Space Grotesk"/>
              <a:ea typeface="Space Grotesk"/>
              <a:cs typeface="Space Grotesk"/>
              <a:sym typeface="Space Grotesk"/>
            </a:endParaRPr>
          </a:p>
        </p:txBody>
      </p:sp>
      <p:pic>
        <p:nvPicPr>
          <p:cNvPr id="61" name="Google Shape;61;p13" title="willow_simplified_sankey_transparent.png"/>
          <p:cNvPicPr preferRelativeResize="0"/>
          <p:nvPr/>
        </p:nvPicPr>
        <p:blipFill>
          <a:blip r:embed="rId4">
            <a:alphaModFix/>
          </a:blip>
          <a:stretch>
            <a:fillRect/>
          </a:stretch>
        </p:blipFill>
        <p:spPr>
          <a:xfrm>
            <a:off x="12013500" y="20192250"/>
            <a:ext cx="8848502" cy="5582154"/>
          </a:xfrm>
          <a:prstGeom prst="rect">
            <a:avLst/>
          </a:prstGeom>
          <a:noFill/>
          <a:ln cap="flat" cmpd="sng" w="19050">
            <a:solidFill>
              <a:srgbClr val="111416"/>
            </a:solidFill>
            <a:prstDash val="solid"/>
            <a:round/>
            <a:headEnd len="sm" w="sm" type="none"/>
            <a:tailEnd len="sm" w="sm" type="none"/>
          </a:ln>
        </p:spPr>
      </p:pic>
      <p:graphicFrame>
        <p:nvGraphicFramePr>
          <p:cNvPr id="62" name="Google Shape;62;p13"/>
          <p:cNvGraphicFramePr/>
          <p:nvPr/>
        </p:nvGraphicFramePr>
        <p:xfrm>
          <a:off x="2283538" y="12712645"/>
          <a:ext cx="3000000" cy="3000000"/>
        </p:xfrm>
        <a:graphic>
          <a:graphicData uri="http://schemas.openxmlformats.org/drawingml/2006/table">
            <a:tbl>
              <a:tblPr>
                <a:noFill/>
                <a:tableStyleId>{26F539FA-0647-4933-BFF1-DBF03611224F}</a:tableStyleId>
              </a:tblPr>
              <a:tblGrid>
                <a:gridCol w="1563725"/>
                <a:gridCol w="1640925"/>
                <a:gridCol w="1352975"/>
                <a:gridCol w="895850"/>
                <a:gridCol w="3781250"/>
              </a:tblGrid>
              <a:tr h="365225">
                <a:tc>
                  <a:txBody>
                    <a:bodyPr/>
                    <a:lstStyle/>
                    <a:p>
                      <a:pPr indent="0" lvl="0" marL="0" rtl="0" algn="l">
                        <a:lnSpc>
                          <a:spcPct val="115000"/>
                        </a:lnSpc>
                        <a:spcBef>
                          <a:spcPts val="0"/>
                        </a:spcBef>
                        <a:spcAft>
                          <a:spcPts val="0"/>
                        </a:spcAft>
                        <a:buNone/>
                      </a:pPr>
                      <a:r>
                        <a:t/>
                      </a:r>
                      <a:endParaRPr b="1" sz="1600"/>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b="1" lang="en" sz="1600">
                          <a:solidFill>
                            <a:schemeClr val="dk1"/>
                          </a:solidFill>
                        </a:rPr>
                        <a:t>SENPAI  (ours)</a:t>
                      </a:r>
                      <a:endParaRPr b="1" sz="1600"/>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600">
                          <a:solidFill>
                            <a:schemeClr val="dk1"/>
                          </a:solidFill>
                        </a:rPr>
                        <a:t>Transolver</a:t>
                      </a:r>
                      <a:endParaRPr b="1" sz="1600">
                        <a:solidFill>
                          <a:schemeClr val="dk1"/>
                        </a:solidFill>
                      </a:endParaRPr>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b="1" lang="en" sz="1600">
                          <a:solidFill>
                            <a:schemeClr val="dk1"/>
                          </a:solidFill>
                        </a:rPr>
                        <a:t>Spider </a:t>
                      </a:r>
                      <a:endParaRPr b="1" sz="1600"/>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b="1" lang="en" sz="1600">
                          <a:solidFill>
                            <a:schemeClr val="dk1"/>
                          </a:solidFill>
                        </a:rPr>
                        <a:t>GeoANF </a:t>
                      </a:r>
                      <a:endParaRPr b="1" sz="1600"/>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r>
              <a:tr h="365225">
                <a:tc>
                  <a:txBody>
                    <a:bodyPr/>
                    <a:lstStyle/>
                    <a:p>
                      <a:pPr indent="0" lvl="0" marL="0" rtl="0" algn="l">
                        <a:lnSpc>
                          <a:spcPct val="115000"/>
                        </a:lnSpc>
                        <a:spcBef>
                          <a:spcPts val="0"/>
                        </a:spcBef>
                        <a:spcAft>
                          <a:spcPts val="0"/>
                        </a:spcAft>
                        <a:buClr>
                          <a:schemeClr val="dk1"/>
                        </a:buClr>
                        <a:buSzPts val="1100"/>
                        <a:buFont typeface="Arial"/>
                        <a:buNone/>
                      </a:pPr>
                      <a:r>
                        <a:rPr lang="en" sz="1600">
                          <a:solidFill>
                            <a:schemeClr val="dk1"/>
                          </a:solidFill>
                        </a:rPr>
                        <a:t>Surface MSE </a:t>
                      </a:r>
                      <a:endParaRPr sz="1600"/>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b="1" lang="en" sz="1600">
                          <a:solidFill>
                            <a:schemeClr val="dk1"/>
                          </a:solidFill>
                        </a:rPr>
                        <a:t>0.00130 </a:t>
                      </a:r>
                      <a:endParaRPr b="1" sz="1600"/>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solidFill>
                            <a:schemeClr val="dk1"/>
                          </a:solidFill>
                        </a:rPr>
                        <a:t>0.0142</a:t>
                      </a:r>
                      <a:endParaRPr b="1" sz="1600">
                        <a:solidFill>
                          <a:schemeClr val="dk1"/>
                        </a:solidFill>
                      </a:endParaRPr>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sz="1600">
                          <a:solidFill>
                            <a:schemeClr val="dk1"/>
                          </a:solidFill>
                        </a:rPr>
                        <a:t>0.0043 </a:t>
                      </a:r>
                      <a:endParaRPr sz="1600"/>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sz="1600">
                          <a:solidFill>
                            <a:schemeClr val="dk1"/>
                          </a:solidFill>
                        </a:rPr>
                        <a:t>0.0089 </a:t>
                      </a:r>
                      <a:endParaRPr sz="1600"/>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r>
              <a:tr h="365225">
                <a:tc>
                  <a:txBody>
                    <a:bodyPr/>
                    <a:lstStyle/>
                    <a:p>
                      <a:pPr indent="0" lvl="0" marL="0" rtl="0" algn="l">
                        <a:lnSpc>
                          <a:spcPct val="115000"/>
                        </a:lnSpc>
                        <a:spcBef>
                          <a:spcPts val="0"/>
                        </a:spcBef>
                        <a:spcAft>
                          <a:spcPts val="0"/>
                        </a:spcAft>
                        <a:buClr>
                          <a:schemeClr val="dk1"/>
                        </a:buClr>
                        <a:buSzPts val="1100"/>
                        <a:buFont typeface="Arial"/>
                        <a:buNone/>
                      </a:pPr>
                      <a:r>
                        <a:rPr lang="en" sz="1600">
                          <a:solidFill>
                            <a:schemeClr val="dk1"/>
                          </a:solidFill>
                        </a:rPr>
                        <a:t>Volume MSE </a:t>
                      </a:r>
                      <a:endParaRPr sz="1600"/>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sz="1600">
                          <a:solidFill>
                            <a:schemeClr val="dk1"/>
                          </a:solidFill>
                        </a:rPr>
                        <a:t>0.00451 </a:t>
                      </a:r>
                      <a:endParaRPr sz="1600"/>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solidFill>
                            <a:schemeClr val="dk1"/>
                          </a:solidFill>
                        </a:rPr>
                        <a:t>0.0037</a:t>
                      </a:r>
                      <a:endParaRPr sz="1600">
                        <a:solidFill>
                          <a:schemeClr val="dk1"/>
                        </a:solidFill>
                      </a:endParaRPr>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b="1" lang="en" sz="1600">
                          <a:solidFill>
                            <a:schemeClr val="dk1"/>
                          </a:solidFill>
                        </a:rPr>
                        <a:t>0.0017 </a:t>
                      </a:r>
                      <a:endParaRPr b="1" sz="1600"/>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 sz="1600">
                          <a:solidFill>
                            <a:schemeClr val="dk1"/>
                          </a:solidFill>
                        </a:rPr>
                        <a:t>0.0062 </a:t>
                      </a:r>
                      <a:endParaRPr sz="1600"/>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r>
            </a:tbl>
          </a:graphicData>
        </a:graphic>
      </p:graphicFrame>
      <p:pic>
        <p:nvPicPr>
          <p:cNvPr id="63" name="Google Shape;63;p13" title="drivaerml_surface_pressure_pareto_transparent.png"/>
          <p:cNvPicPr preferRelativeResize="0"/>
          <p:nvPr/>
        </p:nvPicPr>
        <p:blipFill>
          <a:blip r:embed="rId5">
            <a:alphaModFix/>
          </a:blip>
          <a:stretch>
            <a:fillRect/>
          </a:stretch>
        </p:blipFill>
        <p:spPr>
          <a:xfrm>
            <a:off x="12042575" y="4260100"/>
            <a:ext cx="8743199" cy="5230605"/>
          </a:xfrm>
          <a:prstGeom prst="rect">
            <a:avLst/>
          </a:prstGeom>
          <a:noFill/>
          <a:ln cap="flat" cmpd="sng" w="19050">
            <a:solidFill>
              <a:srgbClr val="111416"/>
            </a:solidFill>
            <a:prstDash val="solid"/>
            <a:round/>
            <a:headEnd len="sm" w="sm" type="none"/>
            <a:tailEnd len="sm" w="sm" type="none"/>
          </a:ln>
        </p:spPr>
      </p:pic>
      <p:graphicFrame>
        <p:nvGraphicFramePr>
          <p:cNvPr id="64" name="Google Shape;64;p13"/>
          <p:cNvGraphicFramePr/>
          <p:nvPr/>
        </p:nvGraphicFramePr>
        <p:xfrm>
          <a:off x="2401063" y="8851116"/>
          <a:ext cx="3000000" cy="3000000"/>
        </p:xfrm>
        <a:graphic>
          <a:graphicData uri="http://schemas.openxmlformats.org/drawingml/2006/table">
            <a:tbl>
              <a:tblPr>
                <a:noFill/>
                <a:tableStyleId>{26F539FA-0647-4933-BFF1-DBF03611224F}</a:tableStyleId>
              </a:tblPr>
              <a:tblGrid>
                <a:gridCol w="3231350"/>
                <a:gridCol w="755275"/>
                <a:gridCol w="897825"/>
                <a:gridCol w="958475"/>
                <a:gridCol w="1597900"/>
              </a:tblGrid>
              <a:tr h="365225">
                <a:tc>
                  <a:txBody>
                    <a:bodyPr/>
                    <a:lstStyle/>
                    <a:p>
                      <a:pPr indent="0" lvl="0" marL="0" rtl="0" algn="l">
                        <a:lnSpc>
                          <a:spcPct val="115000"/>
                        </a:lnSpc>
                        <a:spcBef>
                          <a:spcPts val="0"/>
                        </a:spcBef>
                        <a:spcAft>
                          <a:spcPts val="0"/>
                        </a:spcAft>
                        <a:buNone/>
                      </a:pPr>
                      <a:r>
                        <a:t/>
                      </a:r>
                      <a:endParaRPr b="1" sz="1600"/>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600">
                          <a:solidFill>
                            <a:schemeClr val="dk1"/>
                          </a:solidFill>
                        </a:rPr>
                        <a:t>ps </a:t>
                      </a:r>
                      <a:r>
                        <a:rPr b="1" lang="en" sz="1600">
                          <a:solidFill>
                            <a:schemeClr val="dk1"/>
                          </a:solidFill>
                        </a:rPr>
                        <a:t> </a:t>
                      </a:r>
                      <a:endParaRPr b="1" sz="1600"/>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600">
                          <a:solidFill>
                            <a:schemeClr val="dk1"/>
                          </a:solidFill>
                        </a:rPr>
                        <a:t>u</a:t>
                      </a:r>
                      <a:endParaRPr b="1" sz="1600">
                        <a:solidFill>
                          <a:schemeClr val="dk1"/>
                        </a:solidFill>
                      </a:endParaRPr>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600">
                          <a:solidFill>
                            <a:schemeClr val="dk1"/>
                          </a:solidFill>
                        </a:rPr>
                        <a:t>τ </a:t>
                      </a:r>
                      <a:r>
                        <a:rPr b="1" lang="en" sz="1600">
                          <a:solidFill>
                            <a:schemeClr val="dk1"/>
                          </a:solidFill>
                        </a:rPr>
                        <a:t> </a:t>
                      </a:r>
                      <a:endParaRPr b="1" sz="1600"/>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600">
                          <a:solidFill>
                            <a:schemeClr val="dk1"/>
                          </a:solidFill>
                        </a:rPr>
                        <a:t>pv</a:t>
                      </a:r>
                      <a:endParaRPr b="1" sz="1600">
                        <a:solidFill>
                          <a:schemeClr val="dk1"/>
                        </a:solidFill>
                      </a:endParaRPr>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5225">
                <a:tc>
                  <a:txBody>
                    <a:bodyPr/>
                    <a:lstStyle/>
                    <a:p>
                      <a:pPr indent="0" lvl="0" marL="0" rtl="0" algn="l">
                        <a:lnSpc>
                          <a:spcPct val="115000"/>
                        </a:lnSpc>
                        <a:spcBef>
                          <a:spcPts val="0"/>
                        </a:spcBef>
                        <a:spcAft>
                          <a:spcPts val="0"/>
                        </a:spcAft>
                        <a:buNone/>
                      </a:pPr>
                      <a:r>
                        <a:rPr b="1" i="1" lang="en" sz="1600">
                          <a:solidFill>
                            <a:schemeClr val="dk1"/>
                          </a:solidFill>
                        </a:rPr>
                        <a:t>SENPAI (ours) </a:t>
                      </a:r>
                      <a:endParaRPr b="1" i="1" sz="1600">
                        <a:solidFill>
                          <a:schemeClr val="dk1"/>
                        </a:solidFill>
                      </a:endParaRPr>
                    </a:p>
                  </a:txBody>
                  <a:tcPr marT="91425" marB="91425" marR="91425" marL="91425">
                    <a:lnL cap="flat" cmpd="sng" w="19050">
                      <a:solidFill>
                        <a:srgbClr val="111416">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600"/>
                        <a:t>3.66 </a:t>
                      </a:r>
                      <a:endParaRPr b="1" sz="1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t>5.09</a:t>
                      </a:r>
                      <a:endParaRPr sz="1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t>6.68 </a:t>
                      </a:r>
                      <a:endParaRPr sz="1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600"/>
                        <a:t>3.40</a:t>
                      </a:r>
                      <a:endParaRPr b="1" sz="1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5225">
                <a:tc>
                  <a:txBody>
                    <a:bodyPr/>
                    <a:lstStyle/>
                    <a:p>
                      <a:pPr indent="0" lvl="0" marL="0" rtl="0" algn="l">
                        <a:lnSpc>
                          <a:spcPct val="115000"/>
                        </a:lnSpc>
                        <a:spcBef>
                          <a:spcPts val="0"/>
                        </a:spcBef>
                        <a:spcAft>
                          <a:spcPts val="0"/>
                        </a:spcAft>
                        <a:buNone/>
                      </a:pPr>
                      <a:r>
                        <a:rPr lang="en" sz="1600">
                          <a:solidFill>
                            <a:schemeClr val="dk1"/>
                          </a:solidFill>
                        </a:rPr>
                        <a:t>Transolver-3 (Zhou et al., 2026) </a:t>
                      </a:r>
                      <a:endParaRPr sz="1600">
                        <a:solidFill>
                          <a:schemeClr val="dk1"/>
                        </a:solidFill>
                      </a:endParaRPr>
                    </a:p>
                  </a:txBody>
                  <a:tcPr marT="91425" marB="91425" marR="91425" marL="91425">
                    <a:lnL cap="flat" cmpd="sng" w="19050">
                      <a:solidFill>
                        <a:srgbClr val="111416">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t>3.71 </a:t>
                      </a:r>
                      <a:endParaRPr sz="1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600"/>
                        <a:t>4.14</a:t>
                      </a:r>
                      <a:endParaRPr b="1" sz="1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600"/>
                        <a:t>5.85 </a:t>
                      </a:r>
                      <a:endParaRPr b="1" sz="1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t>5.72</a:t>
                      </a:r>
                      <a:endParaRPr sz="1600"/>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65225">
                <a:tc>
                  <a:txBody>
                    <a:bodyPr/>
                    <a:lstStyle/>
                    <a:p>
                      <a:pPr indent="0" lvl="0" marL="0" rtl="0" algn="l">
                        <a:lnSpc>
                          <a:spcPct val="115000"/>
                        </a:lnSpc>
                        <a:spcBef>
                          <a:spcPts val="0"/>
                        </a:spcBef>
                        <a:spcAft>
                          <a:spcPts val="0"/>
                        </a:spcAft>
                        <a:buNone/>
                      </a:pPr>
                      <a:r>
                        <a:rPr lang="en" sz="1600">
                          <a:solidFill>
                            <a:schemeClr val="dk1"/>
                          </a:solidFill>
                        </a:rPr>
                        <a:t>Transolver (Wu et al., 2024)</a:t>
                      </a:r>
                      <a:endParaRPr sz="1600">
                        <a:solidFill>
                          <a:schemeClr val="dk1"/>
                        </a:solidFill>
                      </a:endParaRPr>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19050">
                      <a:solidFill>
                        <a:srgbClr val="111416">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solidFill>
                            <a:schemeClr val="dk1"/>
                          </a:solidFill>
                        </a:rPr>
                        <a:t>4.81</a:t>
                      </a:r>
                      <a:endParaRPr sz="1600">
                        <a:solidFill>
                          <a:schemeClr val="dk1"/>
                        </a:solidFill>
                      </a:endParaRPr>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solidFill>
                            <a:schemeClr val="dk1"/>
                          </a:solidFill>
                        </a:rPr>
                        <a:t>6.78</a:t>
                      </a:r>
                      <a:endParaRPr sz="1600">
                        <a:solidFill>
                          <a:schemeClr val="dk1"/>
                        </a:solidFill>
                      </a:endParaRPr>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solidFill>
                            <a:schemeClr val="dk1"/>
                          </a:solidFill>
                        </a:rPr>
                        <a:t>8.95</a:t>
                      </a:r>
                      <a:endParaRPr sz="1600">
                        <a:solidFill>
                          <a:schemeClr val="dk1"/>
                        </a:solidFill>
                      </a:endParaRPr>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600">
                          <a:solidFill>
                            <a:schemeClr val="dk1"/>
                          </a:solidFill>
                        </a:rPr>
                        <a:t>7.74</a:t>
                      </a:r>
                      <a:endParaRPr sz="1600">
                        <a:solidFill>
                          <a:schemeClr val="dk1"/>
                        </a:solidFill>
                      </a:endParaRPr>
                    </a:p>
                  </a:txBody>
                  <a:tcPr marT="91425" marB="91425" marR="91425" marL="91425">
                    <a:lnL cap="flat" cmpd="sng" w="19050">
                      <a:solidFill>
                        <a:srgbClr val="111416">
                          <a:alpha val="0"/>
                        </a:srgbClr>
                      </a:solidFill>
                      <a:prstDash val="solid"/>
                      <a:round/>
                      <a:headEnd len="sm" w="sm" type="none"/>
                      <a:tailEnd len="sm" w="sm" type="none"/>
                    </a:lnL>
                    <a:lnR cap="flat" cmpd="sng" w="19050">
                      <a:solidFill>
                        <a:srgbClr val="111416">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111416">
                          <a:alpha val="0"/>
                        </a:srgbClr>
                      </a:solidFill>
                      <a:prstDash val="solid"/>
                      <a:round/>
                      <a:headEnd len="sm" w="sm" type="none"/>
                      <a:tailEnd len="sm" w="sm" type="none"/>
                    </a:lnB>
                  </a:tcPr>
                </a:tc>
              </a:tr>
            </a:tbl>
          </a:graphicData>
        </a:graphic>
      </p:graphicFrame>
      <p:sp>
        <p:nvSpPr>
          <p:cNvPr id="65" name="Google Shape;65;p13"/>
          <p:cNvSpPr txBox="1"/>
          <p:nvPr/>
        </p:nvSpPr>
        <p:spPr>
          <a:xfrm>
            <a:off x="11861075" y="27357725"/>
            <a:ext cx="9059100" cy="353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4500">
                <a:solidFill>
                  <a:srgbClr val="006D77"/>
                </a:solidFill>
                <a:latin typeface="Space Grotesk"/>
                <a:ea typeface="Space Grotesk"/>
                <a:cs typeface="Space Grotesk"/>
                <a:sym typeface="Space Grotesk"/>
              </a:rPr>
              <a:t>Beyond CFD</a:t>
            </a:r>
            <a:endParaRPr b="1" sz="4500">
              <a:solidFill>
                <a:srgbClr val="006D77"/>
              </a:solidFill>
              <a:latin typeface="Space Grotesk"/>
              <a:ea typeface="Space Grotesk"/>
              <a:cs typeface="Space Grotesk"/>
              <a:sym typeface="Space Grotesk"/>
            </a:endParaRPr>
          </a:p>
          <a:p>
            <a:pPr indent="0" lvl="0" marL="0" rtl="0" algn="l">
              <a:lnSpc>
                <a:spcPct val="115000"/>
              </a:lnSpc>
              <a:spcBef>
                <a:spcPts val="0"/>
              </a:spcBef>
              <a:spcAft>
                <a:spcPts val="0"/>
              </a:spcAft>
              <a:buClr>
                <a:schemeClr val="dk1"/>
              </a:buClr>
              <a:buSzPts val="1100"/>
              <a:buFont typeface="Arial"/>
              <a:buNone/>
            </a:pPr>
            <a:r>
              <a:rPr b="1" lang="en" sz="2000">
                <a:solidFill>
                  <a:srgbClr val="111416"/>
                </a:solidFill>
                <a:latin typeface="Space Grotesk"/>
                <a:ea typeface="Space Grotesk"/>
                <a:cs typeface="Space Grotesk"/>
                <a:sym typeface="Space Grotesk"/>
              </a:rPr>
              <a:t>Domain specific ASR fine-tuning - Formula 1 driver radios</a:t>
            </a:r>
            <a:endParaRPr b="1" sz="2000">
              <a:solidFill>
                <a:srgbClr val="111416"/>
              </a:solidFill>
              <a:latin typeface="Space Grotesk"/>
              <a:ea typeface="Space Grotesk"/>
              <a:cs typeface="Space Grotesk"/>
              <a:sym typeface="Space Grotesk"/>
            </a:endParaRPr>
          </a:p>
          <a:p>
            <a:pPr indent="0" lvl="0" marL="0" rtl="0" algn="l">
              <a:spcBef>
                <a:spcPts val="0"/>
              </a:spcBef>
              <a:spcAft>
                <a:spcPts val="0"/>
              </a:spcAft>
              <a:buNone/>
            </a:pPr>
            <a:r>
              <a:rPr lang="en" sz="2000">
                <a:solidFill>
                  <a:srgbClr val="111416"/>
                </a:solidFill>
                <a:latin typeface="Space Grotesk"/>
                <a:ea typeface="Space Grotesk"/>
                <a:cs typeface="Space Grotesk"/>
                <a:sym typeface="Space Grotesk"/>
              </a:rPr>
              <a:t>On a well-tuned ASR fine-tuning task SENPAI reduced Word Error Rate (WER) from 18.4% to 15.9% on this noisey, high-jargon private dataset.</a:t>
            </a:r>
            <a:endParaRPr sz="2000">
              <a:solidFill>
                <a:srgbClr val="111416"/>
              </a:solidFill>
              <a:latin typeface="Space Grotesk"/>
              <a:ea typeface="Space Grotesk"/>
              <a:cs typeface="Space Grotesk"/>
              <a:sym typeface="Space Grotesk"/>
            </a:endParaRPr>
          </a:p>
          <a:p>
            <a:pPr indent="0" lvl="0" marL="0" rtl="0" algn="l">
              <a:spcBef>
                <a:spcPts val="0"/>
              </a:spcBef>
              <a:spcAft>
                <a:spcPts val="0"/>
              </a:spcAft>
              <a:buNone/>
            </a:pPr>
            <a:r>
              <a:t/>
            </a:r>
            <a:endParaRPr sz="2000">
              <a:solidFill>
                <a:srgbClr val="111416"/>
              </a:solidFill>
              <a:latin typeface="Space Grotesk"/>
              <a:ea typeface="Space Grotesk"/>
              <a:cs typeface="Space Grotesk"/>
              <a:sym typeface="Space Grotesk"/>
            </a:endParaRPr>
          </a:p>
          <a:p>
            <a:pPr indent="0" lvl="0" marL="0" rtl="0" algn="l">
              <a:lnSpc>
                <a:spcPct val="115000"/>
              </a:lnSpc>
              <a:spcBef>
                <a:spcPts val="0"/>
              </a:spcBef>
              <a:spcAft>
                <a:spcPts val="0"/>
              </a:spcAft>
              <a:buNone/>
            </a:pPr>
            <a:r>
              <a:rPr b="1" lang="en" sz="2000">
                <a:solidFill>
                  <a:srgbClr val="111416"/>
                </a:solidFill>
                <a:latin typeface="Space Grotesk"/>
                <a:ea typeface="Space Grotesk"/>
                <a:cs typeface="Space Grotesk"/>
                <a:sym typeface="Space Grotesk"/>
              </a:rPr>
              <a:t>Gemma 4 LLM Inference Optimization</a:t>
            </a:r>
            <a:endParaRPr b="1" sz="2000">
              <a:solidFill>
                <a:srgbClr val="111416"/>
              </a:solidFill>
              <a:latin typeface="Space Grotesk"/>
              <a:ea typeface="Space Grotesk"/>
              <a:cs typeface="Space Grotesk"/>
              <a:sym typeface="Space Grotesk"/>
            </a:endParaRPr>
          </a:p>
          <a:p>
            <a:pPr indent="0" lvl="0" marL="0" rtl="0" algn="just">
              <a:spcBef>
                <a:spcPts val="0"/>
              </a:spcBef>
              <a:spcAft>
                <a:spcPts val="0"/>
              </a:spcAft>
              <a:buNone/>
            </a:pPr>
            <a:r>
              <a:rPr lang="en" sz="2000">
                <a:solidFill>
                  <a:srgbClr val="111416"/>
                </a:solidFill>
                <a:latin typeface="Space Grotesk"/>
                <a:ea typeface="Space Grotesk"/>
                <a:cs typeface="Space Grotesk"/>
                <a:sym typeface="Space Grotesk"/>
              </a:rPr>
              <a:t>When given a task to optimize throughput tokens per second (TPS) on Gemma 4 E4B it on A10G GPUs SENPAI doubled inference from 116 TPS to 268 TPS while incurring less than a 5% drop in quality metrics.</a:t>
            </a:r>
            <a:endParaRPr sz="2000">
              <a:solidFill>
                <a:srgbClr val="111416"/>
              </a:solidFill>
              <a:latin typeface="Space Grotesk"/>
              <a:ea typeface="Space Grotesk"/>
              <a:cs typeface="Space Grotesk"/>
              <a:sym typeface="Space Grotesk"/>
            </a:endParaRPr>
          </a:p>
        </p:txBody>
      </p:sp>
      <p:pic>
        <p:nvPicPr>
          <p:cNvPr id="66" name="Google Shape;66;p13" title="Peeking cat transparent asset.png"/>
          <p:cNvPicPr preferRelativeResize="0"/>
          <p:nvPr/>
        </p:nvPicPr>
        <p:blipFill>
          <a:blip r:embed="rId6">
            <a:alphaModFix/>
          </a:blip>
          <a:stretch>
            <a:fillRect/>
          </a:stretch>
        </p:blipFill>
        <p:spPr>
          <a:xfrm>
            <a:off x="19139225" y="30848913"/>
            <a:ext cx="1944425" cy="1362760"/>
          </a:xfrm>
          <a:prstGeom prst="rect">
            <a:avLst/>
          </a:prstGeom>
          <a:noFill/>
          <a:ln>
            <a:noFill/>
          </a:ln>
        </p:spPr>
      </p:pic>
      <p:sp>
        <p:nvSpPr>
          <p:cNvPr id="67" name="Google Shape;67;p13"/>
          <p:cNvSpPr txBox="1"/>
          <p:nvPr/>
        </p:nvSpPr>
        <p:spPr>
          <a:xfrm>
            <a:off x="11890175" y="9553700"/>
            <a:ext cx="8743200" cy="1416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i="1" lang="en" sz="2000">
                <a:solidFill>
                  <a:srgbClr val="111416"/>
                </a:solidFill>
                <a:latin typeface="Space Grotesk"/>
                <a:ea typeface="Space Grotesk"/>
                <a:cs typeface="Space Grotesk"/>
                <a:sym typeface="Space Grotesk"/>
              </a:rPr>
              <a:t>Training a </a:t>
            </a:r>
            <a:r>
              <a:rPr i="1" lang="en" sz="2000">
                <a:solidFill>
                  <a:srgbClr val="111416"/>
                </a:solidFill>
                <a:latin typeface="Space Grotesk"/>
                <a:ea typeface="Space Grotesk"/>
                <a:cs typeface="Space Grotesk"/>
                <a:sym typeface="Space Grotesk"/>
              </a:rPr>
              <a:t>CFD surrogate on the DrivAerML dataset: The chart shows 2 SENPAI campaigns - the blue, yi, had a per-experiment limit of 30 minutes and 1 GPU. Tay, in pink, was given a 6 hour limit and 8 GPUs. Vertical lines show human interventions such as restarts or guidance.</a:t>
            </a:r>
            <a:endParaRPr i="1" sz="6000">
              <a:solidFill>
                <a:srgbClr val="111416"/>
              </a:solidFill>
              <a:latin typeface="Space Grotesk"/>
              <a:ea typeface="Space Grotesk"/>
              <a:cs typeface="Space Grotesk"/>
              <a:sym typeface="Space Grotesk"/>
            </a:endParaRPr>
          </a:p>
        </p:txBody>
      </p:sp>
      <p:pic>
        <p:nvPicPr>
          <p:cNvPr id="68" name="Google Shape;68;p13" title="Endorsed_primary_goldblack.png"/>
          <p:cNvPicPr preferRelativeResize="0"/>
          <p:nvPr/>
        </p:nvPicPr>
        <p:blipFill>
          <a:blip r:embed="rId7">
            <a:alphaModFix/>
          </a:blip>
          <a:stretch>
            <a:fillRect/>
          </a:stretch>
        </p:blipFill>
        <p:spPr>
          <a:xfrm>
            <a:off x="8373778" y="867421"/>
            <a:ext cx="5149286" cy="1362751"/>
          </a:xfrm>
          <a:prstGeom prst="rect">
            <a:avLst/>
          </a:prstGeom>
          <a:noFill/>
          <a:ln>
            <a:noFill/>
          </a:ln>
        </p:spPr>
      </p:pic>
      <p:pic>
        <p:nvPicPr>
          <p:cNvPr id="69" name="Google Shape;69;p13" title="senpai-icml-qrcode.png"/>
          <p:cNvPicPr preferRelativeResize="0"/>
          <p:nvPr/>
        </p:nvPicPr>
        <p:blipFill>
          <a:blip r:embed="rId8">
            <a:alphaModFix/>
          </a:blip>
          <a:stretch>
            <a:fillRect/>
          </a:stretch>
        </p:blipFill>
        <p:spPr>
          <a:xfrm>
            <a:off x="19480950" y="654650"/>
            <a:ext cx="1706701" cy="1706701"/>
          </a:xfrm>
          <a:prstGeom prst="rect">
            <a:avLst/>
          </a:prstGeom>
          <a:noFill/>
          <a:ln cap="flat" cmpd="sng" w="76200">
            <a:solidFill>
              <a:srgbClr val="111416"/>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